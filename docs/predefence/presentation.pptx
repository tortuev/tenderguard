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4c558f6aee14180" /><Relationship Type="http://schemas.openxmlformats.org/officeDocument/2006/relationships/extended-properties" Target="/docProps/app.xml" Id="Rdc1a0d5e23054bcc" /><Relationship Type="http://schemas.openxmlformats.org/officeDocument/2006/relationships/officeDocument" Target="/ppt/presentation.xml" Id="R6545629dfa2841d1" /></Relationships>
</file>

<file path=ppt/presentation.xml><?xml version="1.0" encoding="utf-8"?>
<p:presentation xmlns:p="http://schemas.openxmlformats.org/presentationml/2006/main">
  <p:sldMasterIdLst>
    <p:sldMasterId xmlns:r="http://schemas.openxmlformats.org/officeDocument/2006/relationships" id="2147483648" r:id="R857b1c650c404d45"/>
  </p:sldMasterIdLst>
  <p:notesMasterIdLst>
    <p:notesMasterId xmlns:r="http://schemas.openxmlformats.org/officeDocument/2006/relationships" r:id="Rb79990ac969b4f9b"/>
  </p:notesMasterIdLst>
  <p:sldIdLst>
    <p:sldId xmlns:r="http://schemas.openxmlformats.org/officeDocument/2006/relationships" id="256" r:id="Ra35d3a7db5984ddc"/>
    <p:sldId xmlns:r="http://schemas.openxmlformats.org/officeDocument/2006/relationships" id="257" r:id="Rc60fd5466159432b"/>
    <p:sldId xmlns:r="http://schemas.openxmlformats.org/officeDocument/2006/relationships" id="258" r:id="Ra0ddd71dfa824fae"/>
    <p:sldId xmlns:r="http://schemas.openxmlformats.org/officeDocument/2006/relationships" id="259" r:id="R5ea23c44c555496e"/>
    <p:sldId xmlns:r="http://schemas.openxmlformats.org/officeDocument/2006/relationships" id="260" r:id="R247337bc47c14af0"/>
    <p:sldId xmlns:r="http://schemas.openxmlformats.org/officeDocument/2006/relationships" id="261" r:id="Rabb83292bc1d492c"/>
    <p:sldId xmlns:r="http://schemas.openxmlformats.org/officeDocument/2006/relationships" id="262" r:id="R794f3bb89a694552"/>
    <p:sldId xmlns:r="http://schemas.openxmlformats.org/officeDocument/2006/relationships" id="263" r:id="Rc2dd4cf9b8dd440e"/>
    <p:sldId xmlns:r="http://schemas.openxmlformats.org/officeDocument/2006/relationships" id="264" r:id="R3cb0022a216941bf"/>
    <p:sldId xmlns:r="http://schemas.openxmlformats.org/officeDocument/2006/relationships" id="265" r:id="R32b856730df44ce6"/>
    <p:sldId xmlns:r="http://schemas.openxmlformats.org/officeDocument/2006/relationships" id="266" r:id="R234ac9be11554cbc"/>
    <p:sldId xmlns:r="http://schemas.openxmlformats.org/officeDocument/2006/relationships" id="267" r:id="R19456a3e452c441a"/>
    <p:sldId xmlns:r="http://schemas.openxmlformats.org/officeDocument/2006/relationships" id="268" r:id="R7ccd00448aea4c10"/>
    <p:sldId xmlns:r="http://schemas.openxmlformats.org/officeDocument/2006/relationships" id="269" r:id="R5d814d7e7f9b449b"/>
    <p:sldId xmlns:r="http://schemas.openxmlformats.org/officeDocument/2006/relationships" id="270" r:id="R7e3886396bce438d"/>
    <p:sldId xmlns:r="http://schemas.openxmlformats.org/officeDocument/2006/relationships" id="271" r:id="Rbfc70cf98df84d5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dac148b6b6c4114" /><Relationship Type="http://schemas.openxmlformats.org/officeDocument/2006/relationships/slideMaster" Target="/ppt/slideMasters/slideMaster1.xml" Id="R857b1c650c404d45" /><Relationship Type="http://schemas.openxmlformats.org/officeDocument/2006/relationships/notesMaster" Target="/ppt/notesMasters/notesMaster1.xml" Id="Rb79990ac969b4f9b" /><Relationship Type="http://schemas.openxmlformats.org/officeDocument/2006/relationships/presProps" Target="/ppt/presProps.xml" Id="R0ad3b33b6a9d4bfc" /><Relationship Type="http://schemas.openxmlformats.org/officeDocument/2006/relationships/tableStyles" Target="/ppt/tableStyles.xml" Id="R1fce4a2d75134783" /><Relationship Type="http://schemas.openxmlformats.org/officeDocument/2006/relationships/slide" Target="/ppt/slides/slide1.xml" Id="Ra35d3a7db5984ddc" /><Relationship Type="http://schemas.openxmlformats.org/officeDocument/2006/relationships/slide" Target="/ppt/slides/slide2.xml" Id="Rc60fd5466159432b" /><Relationship Type="http://schemas.openxmlformats.org/officeDocument/2006/relationships/slide" Target="/ppt/slides/slide3.xml" Id="Ra0ddd71dfa824fae" /><Relationship Type="http://schemas.openxmlformats.org/officeDocument/2006/relationships/slide" Target="/ppt/slides/slide4.xml" Id="R5ea23c44c555496e" /><Relationship Type="http://schemas.openxmlformats.org/officeDocument/2006/relationships/slide" Target="/ppt/slides/slide5.xml" Id="R247337bc47c14af0" /><Relationship Type="http://schemas.openxmlformats.org/officeDocument/2006/relationships/slide" Target="/ppt/slides/slide6.xml" Id="Rabb83292bc1d492c" /><Relationship Type="http://schemas.openxmlformats.org/officeDocument/2006/relationships/slide" Target="/ppt/slides/slide7.xml" Id="R794f3bb89a694552" /><Relationship Type="http://schemas.openxmlformats.org/officeDocument/2006/relationships/slide" Target="/ppt/slides/slide8.xml" Id="Rc2dd4cf9b8dd440e" /><Relationship Type="http://schemas.openxmlformats.org/officeDocument/2006/relationships/slide" Target="/ppt/slides/slide9.xml" Id="R3cb0022a216941bf" /><Relationship Type="http://schemas.openxmlformats.org/officeDocument/2006/relationships/slide" Target="/ppt/slides/slide10.xml" Id="R32b856730df44ce6" /><Relationship Type="http://schemas.openxmlformats.org/officeDocument/2006/relationships/slide" Target="/ppt/slides/slide11.xml" Id="R234ac9be11554cbc" /><Relationship Type="http://schemas.openxmlformats.org/officeDocument/2006/relationships/slide" Target="/ppt/slides/slide12.xml" Id="R19456a3e452c441a" /><Relationship Type="http://schemas.openxmlformats.org/officeDocument/2006/relationships/slide" Target="/ppt/slides/slide13.xml" Id="R7ccd00448aea4c10" /><Relationship Type="http://schemas.openxmlformats.org/officeDocument/2006/relationships/slide" Target="/ppt/slides/slide14.xml" Id="R5d814d7e7f9b449b" /><Relationship Type="http://schemas.openxmlformats.org/officeDocument/2006/relationships/slide" Target="/ppt/slides/slide15.xml" Id="R7e3886396bce438d" /><Relationship Type="http://schemas.openxmlformats.org/officeDocument/2006/relationships/slide" Target="/ppt/slides/slide16.xml" Id="Rbfc70cf98df84d5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d403fed0726432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9999d1800c34e48" /><Relationship Type="http://schemas.openxmlformats.org/officeDocument/2006/relationships/notesMaster" Target="/ppt/notesMasters/notesMaster1.xml" Id="Ref5aed7f32d44854" /></Relationships>
</file>

<file path=ppt/notesSlides/_rels/notesSlide2.xml.rels>&#65279;<?xml version="1.0" encoding="utf-8"?><Relationships xmlns="http://schemas.openxmlformats.org/package/2006/relationships"><Relationship Type="http://schemas.openxmlformats.org/officeDocument/2006/relationships/slide" Target="/ppt/slides/slide2.xml" Id="Rf00003e7666c4c37" /><Relationship Type="http://schemas.openxmlformats.org/officeDocument/2006/relationships/notesMaster" Target="/ppt/notesMasters/notesMaster1.xml" Id="R32b7442978a24e48" /></Relationships>
</file>

<file path=ppt/notesSlides/_rels/notesSlide3.xml.rels>&#65279;<?xml version="1.0" encoding="utf-8"?><Relationships xmlns="http://schemas.openxmlformats.org/package/2006/relationships"><Relationship Type="http://schemas.openxmlformats.org/officeDocument/2006/relationships/slide" Target="/ppt/slides/slide3.xml" Id="Rfd80f29e1690481e" /><Relationship Type="http://schemas.openxmlformats.org/officeDocument/2006/relationships/notesMaster" Target="/ppt/notesMasters/notesMaster1.xml" Id="Rf6428a67b90748c6" /></Relationships>
</file>

<file path=ppt/notesSlides/_rels/notesSlide4.xml.rels>&#65279;<?xml version="1.0" encoding="utf-8"?><Relationships xmlns="http://schemas.openxmlformats.org/package/2006/relationships"><Relationship Type="http://schemas.openxmlformats.org/officeDocument/2006/relationships/slide" Target="/ppt/slides/slide4.xml" Id="Rb5c5a5f4c3c7452c" /><Relationship Type="http://schemas.openxmlformats.org/officeDocument/2006/relationships/notesMaster" Target="/ppt/notesMasters/notesMaster1.xml" Id="Ra7f7f675a67841f6" /></Relationships>
</file>

<file path=ppt/notesSlides/_rels/notesSlide5.xml.rels>&#65279;<?xml version="1.0" encoding="utf-8"?><Relationships xmlns="http://schemas.openxmlformats.org/package/2006/relationships"><Relationship Type="http://schemas.openxmlformats.org/officeDocument/2006/relationships/slide" Target="/ppt/slides/slide5.xml" Id="Rb441f02e567b457d" /><Relationship Type="http://schemas.openxmlformats.org/officeDocument/2006/relationships/notesMaster" Target="/ppt/notesMasters/notesMaster1.xml" Id="R419ee34c9747498d" /></Relationships>
</file>

<file path=ppt/notesSlides/_rels/notesSlide6.xml.rels>&#65279;<?xml version="1.0" encoding="utf-8"?><Relationships xmlns="http://schemas.openxmlformats.org/package/2006/relationships"><Relationship Type="http://schemas.openxmlformats.org/officeDocument/2006/relationships/slide" Target="/ppt/slides/slide6.xml" Id="R473a0886b72c4a16" /><Relationship Type="http://schemas.openxmlformats.org/officeDocument/2006/relationships/notesMaster" Target="/ppt/notesMasters/notesMaster1.xml" Id="Rf5803e95a1584b3d" /></Relationships>
</file>

<file path=ppt/notesSlides/_rels/notesSlide7.xml.rels>&#65279;<?xml version="1.0" encoding="utf-8"?><Relationships xmlns="http://schemas.openxmlformats.org/package/2006/relationships"><Relationship Type="http://schemas.openxmlformats.org/officeDocument/2006/relationships/slide" Target="/ppt/slides/slide7.xml" Id="Re783342dd35a4434" /><Relationship Type="http://schemas.openxmlformats.org/officeDocument/2006/relationships/notesMaster" Target="/ppt/notesMasters/notesMaster1.xml" Id="Ra174431578734564" /></Relationships>
</file>

<file path=ppt/notesSlides/_rels/notesSlide8.xml.rels>&#65279;<?xml version="1.0" encoding="utf-8"?><Relationships xmlns="http://schemas.openxmlformats.org/package/2006/relationships"><Relationship Type="http://schemas.openxmlformats.org/officeDocument/2006/relationships/slide" Target="/ppt/slides/slide8.xml" Id="Rb42cbceeab984954" /><Relationship Type="http://schemas.openxmlformats.org/officeDocument/2006/relationships/notesMaster" Target="/ppt/notesMasters/notesMaster1.xml" Id="R933d6197c5b44c52" /></Relationships>
</file>

<file path=ppt/notesSlides/_rels/notesSlide9.xml.rels>&#65279;<?xml version="1.0" encoding="utf-8"?><Relationships xmlns="http://schemas.openxmlformats.org/package/2006/relationships"><Relationship Type="http://schemas.openxmlformats.org/officeDocument/2006/relationships/slide" Target="/ppt/slides/slide9.xml" Id="R1ceee5dedd434a92" /><Relationship Type="http://schemas.openxmlformats.org/officeDocument/2006/relationships/notesMaster" Target="/ppt/notesMasters/notesMaster1.xml" Id="Rdc6b29b23ed44b2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a180aea2fd14eb7" /><Relationship Type="http://schemas.openxmlformats.org/officeDocument/2006/relationships/notesMaster" Target="/ppt/notesMasters/notesMaster1.xml" Id="Rc351ae8f60ab4f5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b1821a43d354b2c" /><Relationship Type="http://schemas.openxmlformats.org/officeDocument/2006/relationships/notesMaster" Target="/ppt/notesMasters/notesMaster1.xml" Id="Rd4f7384ce41e441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c35471430744b51" /><Relationship Type="http://schemas.openxmlformats.org/officeDocument/2006/relationships/notesMaster" Target="/ppt/notesMasters/notesMaster1.xml" Id="Ra452e35e4e30424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49f7a96667f4ce2" /><Relationship Type="http://schemas.openxmlformats.org/officeDocument/2006/relationships/notesMaster" Target="/ppt/notesMasters/notesMaster1.xml" Id="R0fdfc9e9497c4b6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dc169b9735946bc" /><Relationship Type="http://schemas.openxmlformats.org/officeDocument/2006/relationships/notesMaster" Target="/ppt/notesMasters/notesMaster1.xml" Id="Rcdb2d8497a79497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6953aa6c4024d25" /><Relationship Type="http://schemas.openxmlformats.org/officeDocument/2006/relationships/notesMaster" Target="/ppt/notesMasters/notesMaster1.xml" Id="R262b3e2202c344f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97a48672a8f45fd" /><Relationship Type="http://schemas.openxmlformats.org/officeDocument/2006/relationships/notesMaster" Target="/ppt/notesMasters/notesMaster1.xml" Id="R4526504f39a8409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All members</a:t>
            </a:r>
          </a:p>
          <a:p xmlns:a="http://schemas.openxmlformats.org/drawingml/2006/main">
            <a:r>
              <a:t/>
            </a:r>
          </a:p>
          <a:p xmlns:a="http://schemas.openxmlformats.org/drawingml/2006/main">
            <a:r>
              <a:t>Official topic: Design and Implementation of a Privacy-Preserving Multi-Agent RAG Platform for Automated Tender and Compliance Analysis for SMEs. Supervisor recorded in the proposal: Almas Ospanov; formal details and approval remain to be confirmed. Introduce the committee to the target platform and clearly separate it from the currently implemented database and synthetic prototype.</a:t>
            </a:r>
          </a:p>
          <a:p xmlns:a="http://schemas.openxmlformats.org/drawingml/2006/main">
            <a:r>
              <a:t/>
            </a:r>
          </a:p>
          <a:p xmlns:a="http://schemas.openxmlformats.org/drawingml/2006/main">
            <a:r>
              <a:t>Evidence:</a:t>
            </a:r>
          </a:p>
          <a:p xmlns:a="http://schemas.openxmlformats.org/drawingml/2006/main">
            <a:r>
              <a:t>- [proposal.md](../project-proposal/proposal.md)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Ramazan Talgatov</a:t>
            </a:r>
          </a:p>
          <a:p xmlns:a="http://schemas.openxmlformats.org/drawingml/2006/main">
            <a:r>
              <a:t/>
            </a:r>
          </a:p>
          <a:p xmlns:a="http://schemas.openxmlformats.org/drawingml/2006/main">
            <a:r>
              <a:t>The initial context is Kazakhstan, Russian and Kazakh documents, with IT and office equipment as the provisional pilot. The records describe two tender specialists and a process organizer. Do not describe the transcripts as representative validation or invent interview timing, client agreement or quantified savings. Public records use P01–P03.</a:t>
            </a:r>
          </a:p>
          <a:p xmlns:a="http://schemas.openxmlformats.org/drawingml/2006/main">
            <a:r>
              <a:t/>
            </a:r>
          </a:p>
          <a:p xmlns:a="http://schemas.openxmlformats.org/drawingml/2006/main">
            <a:r>
              <a:t>Evidence:</a:t>
            </a:r>
          </a:p>
          <a:p xmlns:a="http://schemas.openxmlformats.org/drawingml/2006/main">
            <a:r>
              <a:t>- [expert-interviews.md](../relevance/expert-interviews.md)</a:t>
            </a:r>
          </a:p>
          <a:p xmlns:a="http://schemas.openxmlformats.org/drawingml/2006/main">
            <a:r>
              <a:t>- [experts-recommendations.md](../relevance/experts-recommendations.md)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Rassul Akhmetov</a:t>
            </a:r>
          </a:p>
          <a:p xmlns:a="http://schemas.openxmlformats.org/drawingml/2006/main">
            <a:r>
              <a:t/>
            </a:r>
          </a:p>
          <a:p xmlns:a="http://schemas.openxmlformats.org/drawingml/2006/main">
            <a:r>
              <a:t>The expected engineering outcome is a core platform, not just a document summarizer. Research and requirements precede implementation. Corpus design, justified technology decisions, controlled experiments and an explainable interface are separate objectives with their own evidence.</a:t>
            </a:r>
          </a:p>
          <a:p xmlns:a="http://schemas.openxmlformats.org/drawingml/2006/main">
            <a:r>
              <a:t/>
            </a:r>
          </a:p>
          <a:p xmlns:a="http://schemas.openxmlformats.org/drawingml/2006/main">
            <a:r>
              <a:t>Evidence:</a:t>
            </a:r>
          </a:p>
          <a:p xmlns:a="http://schemas.openxmlformats.org/drawingml/2006/main">
            <a:r>
              <a:t>- [proposal.md](../project-proposal/proposal.md)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Rassul Akhmetov</a:t>
            </a:r>
          </a:p>
          <a:p xmlns:a="http://schemas.openxmlformats.org/drawingml/2006/main">
            <a:r>
              <a:t/>
            </a:r>
          </a:p>
          <a:p xmlns:a="http://schemas.openxmlformats.org/drawingml/2006/main">
            <a:r>
              <a:t>These are planned platform actions. The standalone UX simulates the interaction without backend or model calls. Ingestion is a technical processing stage and need not be an LLM agent. Profiles and sealed run inputs prevent later evidence from silently changing an earlier analysis.</a:t>
            </a:r>
          </a:p>
          <a:p xmlns:a="http://schemas.openxmlformats.org/drawingml/2006/main">
            <a:r>
              <a:t/>
            </a:r>
          </a:p>
          <a:p xmlns:a="http://schemas.openxmlformats.org/drawingml/2006/main">
            <a:r>
              <a:t>Evidence:</a:t>
            </a:r>
          </a:p>
          <a:p xmlns:a="http://schemas.openxmlformats.org/drawingml/2006/main">
            <a:r>
              <a:t>- [proposal.md](../project-proposal/proposal.md)</a:t>
            </a:r>
          </a:p>
          <a:p xmlns:a="http://schemas.openxmlformats.org/drawingml/2006/main">
            <a:r>
              <a:t>- [contracts.md](../architecture/contracts.md)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Rassul Akhmetov</a:t>
            </a:r>
          </a:p>
          <a:p xmlns:a="http://schemas.openxmlformats.org/drawingml/2006/main">
            <a:r>
              <a:t/>
            </a:r>
          </a:p>
          <a:p xmlns:a="http://schemas.openxmlformats.org/drawingml/2006/main">
            <a:r>
              <a:t>Synthetic example: delivery within 10 calendar days. An applicable 7-day commitment supports met; a documented minimum of 14 days supports unmet; no applicable commitment supports unknown. Both met and unmet require company citations plus the tender citation. Missing evidence is not proof of violation. Legal applicability is a separate field; unresolved applicability is legal_unknown.</a:t>
            </a:r>
          </a:p>
          <a:p xmlns:a="http://schemas.openxmlformats.org/drawingml/2006/main">
            <a:r>
              <a:t/>
            </a:r>
          </a:p>
          <a:p xmlns:a="http://schemas.openxmlformats.org/drawingml/2006/main">
            <a:r>
              <a:t>Evidence:</a:t>
            </a:r>
          </a:p>
          <a:p xmlns:a="http://schemas.openxmlformats.org/drawingml/2006/main">
            <a:r>
              <a:t>- [requirements.md](../requirements/requirements.md)</a:t>
            </a:r>
          </a:p>
          <a:p xmlns:a="http://schemas.openxmlformats.org/drawingml/2006/main">
            <a:r>
              <a:t>- [dataset-and-annotation.md](../dataset/dataset-and-annotation.md)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Rassul Akhmetov</a:t>
            </a:r>
          </a:p>
          <a:p xmlns:a="http://schemas.openxmlformats.org/drawingml/2006/main">
            <a:r>
              <a:t/>
            </a:r>
          </a:p>
          <a:p xmlns:a="http://schemas.openxmlformats.org/drawingml/2006/main">
            <a:r>
              <a:t>Must means required for the core diploma platform, not a finished application at first predefence. Exclusions include automatic submission, payments, signatures, award prediction and unrestricted legal advice. Ramazan supplies TG-T03: data classes, routes, isolation, retention/deletion and measurable operational targets.</a:t>
            </a:r>
          </a:p>
          <a:p xmlns:a="http://schemas.openxmlformats.org/drawingml/2006/main">
            <a:r>
              <a:t/>
            </a:r>
          </a:p>
          <a:p xmlns:a="http://schemas.openxmlformats.org/drawingml/2006/main">
            <a:r>
              <a:t>Evidence:</a:t>
            </a:r>
          </a:p>
          <a:p xmlns:a="http://schemas.openxmlformats.org/drawingml/2006/main">
            <a:r>
              <a:t>- [requirements.md](../requirements/requirements.md)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Daniyar Kairatov</a:t>
            </a:r>
          </a:p>
          <a:p xmlns:a="http://schemas.openxmlformats.org/drawingml/2006/main">
            <a:r>
              <a:t/>
            </a:r>
          </a:p>
          <a:p xmlns:a="http://schemas.openxmlformats.org/drawingml/2006/main">
            <a:r>
              <a:t>The review includes ReAct, MAST, LegalBench, RAGAs, RAG privacy/poisoning/injection studies, BGE-M3, Self-RAG, ALCE and Lost in the Middle. Do not transfer their scores to RU/KK tenders. The retained research module has fuller study-specific notes. Fine-tuning does not resolve missing evidence or authoritative-document ambiguity.</a:t>
            </a:r>
          </a:p>
          <a:p xmlns:a="http://schemas.openxmlformats.org/drawingml/2006/main">
            <a:r>
              <a:t/>
            </a:r>
          </a:p>
          <a:p xmlns:a="http://schemas.openxmlformats.org/drawingml/2006/main">
            <a:r>
              <a:t>Evidence:</a:t>
            </a:r>
          </a:p>
          <a:p xmlns:a="http://schemas.openxmlformats.org/drawingml/2006/main">
            <a:r>
              <a:t>- [literature-review.md](../literature-review/literature-review.md)</a:t>
            </a:r>
          </a:p>
          <a:p xmlns:a="http://schemas.openxmlformats.org/drawingml/2006/main">
            <a:r>
              <a:t>- [research-slides.md](research/research-slides.md)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Rassul Akhmetov</a:t>
            </a:r>
          </a:p>
          <a:p xmlns:a="http://schemas.openxmlformats.org/drawingml/2006/main">
            <a:r>
              <a:t/>
            </a:r>
          </a:p>
          <a:p xmlns:a="http://schemas.openxmlformats.org/drawingml/2006/main">
            <a:r>
              <a:t>The complete five-by-ten matrix and primary sources remain in the comparison document. UZEX is a contextual transaction-platform comparator. Unspecified means not established by reviewed sources, not absent. Kontur still announces advanced rollout from 23 October 2026; paid operation has not been tested. BiCo recheck was restricted. These observations do not prove uniqueness or comparative accuracy.</a:t>
            </a:r>
          </a:p>
          <a:p xmlns:a="http://schemas.openxmlformats.org/drawingml/2006/main">
            <a:r>
              <a:t/>
            </a:r>
          </a:p>
          <a:p xmlns:a="http://schemas.openxmlformats.org/drawingml/2006/main">
            <a:r>
              <a:t>Evidence:</a:t>
            </a:r>
          </a:p>
          <a:p xmlns:a="http://schemas.openxmlformats.org/drawingml/2006/main">
            <a:r>
              <a:t>- [existing-systems.md](../system-comparison/existing-systems.md)</a:t>
            </a:r>
          </a:p>
          <a:p xmlns:a="http://schemas.openxmlformats.org/drawingml/2006/main">
            <a:r>
              <a:t>- [checks.md](../system-comparison/evidence/checks.md)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Daniyar Kairatov</a:t>
            </a:r>
          </a:p>
          <a:p xmlns:a="http://schemas.openxmlformats.org/drawingml/2006/main">
            <a:r>
              <a:t/>
            </a:r>
          </a:p>
          <a:p xmlns:a="http://schemas.openxmlformats.org/drawingml/2006/main">
            <a:r>
              <a:t>The ML technology record compares alternatives for embeddings, pipeline structure and hosted/local generation, with further retrieval design discussion. Model properties are candidate specifications. Parsing, embeddings, vector indexes, stage schemas and generator adapters are not yet integrated into the backend. Hosted open-weight inference still sends context outside the operator boundary.</a:t>
            </a:r>
          </a:p>
          <a:p xmlns:a="http://schemas.openxmlformats.org/drawingml/2006/main">
            <a:r>
              <a:t/>
            </a:r>
          </a:p>
          <a:p xmlns:a="http://schemas.openxmlformats.org/drawingml/2006/main">
            <a:r>
              <a:t>Evidence:</a:t>
            </a:r>
          </a:p>
          <a:p xmlns:a="http://schemas.openxmlformats.org/drawingml/2006/main">
            <a:r>
              <a:t>- [ml-technologies.md](../technology-comparison/ml-technologies.md)</a:t>
            </a:r>
          </a:p>
          <a:p xmlns:a="http://schemas.openxmlformats.org/drawingml/2006/main">
            <a:r>
              <a:t>- [architecture.md](../architecture/architecture.md)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Rassul Akhmetov</a:t>
            </a:r>
          </a:p>
          <a:p xmlns:a="http://schemas.openxmlformats.org/drawingml/2006/main">
            <a:r>
              <a:t/>
            </a:r>
          </a:p>
          <a:p xmlns:a="http://schemas.openxmlformats.org/drawingml/2006/main">
            <a:r>
              <a:t>Use the linked context, use-case and component diagrams during questions. The API is modular; do not present every logical module as a microservice. The architecture also includes the ER view, sequence and deployment. Dependency direction complements runtime authorization and egress enforcement; it does not replace them. Current code implements migration tooling, not these future layers.</a:t>
            </a:r>
          </a:p>
          <a:p xmlns:a="http://schemas.openxmlformats.org/drawingml/2006/main">
            <a:r>
              <a:t/>
            </a:r>
          </a:p>
          <a:p xmlns:a="http://schemas.openxmlformats.org/drawingml/2006/main">
            <a:r>
              <a:t>Evidence:</a:t>
            </a:r>
          </a:p>
          <a:p xmlns:a="http://schemas.openxmlformats.org/drawingml/2006/main">
            <a:r>
              <a:t>- [architecture.md](../architecture/architecture.md)</a:t>
            </a:r>
          </a:p>
          <a:p xmlns:a="http://schemas.openxmlformats.org/drawingml/2006/main">
            <a:r>
              <a:t>- [contracts.md](../architecture/contracts.md)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Ramazan Talgatov</a:t>
            </a:r>
          </a:p>
          <a:p xmlns:a="http://schemas.openxmlformats.org/drawingml/2006/main">
            <a:r>
              <a:t/>
            </a:r>
          </a:p>
          <a:p xmlns:a="http://schemas.openxmlformats.org/drawingml/2006/main">
            <a:r>
              <a:t>TG-T03 is still incomplete in the repository. Confirm classification, permitted routes, derived-output restrictions, audit/secrets, retention/deletion and operational acceptance targets. The current SQL public/private class is not the prototype C3 vocabulary. Foreign keys prevent invalid references but do not implement read isolation. Use synthetic data until the runtime controls are implemented and verified.</a:t>
            </a:r>
          </a:p>
          <a:p xmlns:a="http://schemas.openxmlformats.org/drawingml/2006/main">
            <a:r>
              <a:t/>
            </a:r>
          </a:p>
          <a:p xmlns:a="http://schemas.openxmlformats.org/drawingml/2006/main">
            <a:r>
              <a:t>Evidence:</a:t>
            </a:r>
          </a:p>
          <a:p xmlns:a="http://schemas.openxmlformats.org/drawingml/2006/main">
            <a:r>
              <a:t>- [contracts.md](../architecture/contracts.md)</a:t>
            </a:r>
          </a:p>
          <a:p xmlns:a="http://schemas.openxmlformats.org/drawingml/2006/main">
            <a:r>
              <a:t>- [requirements.md](../requirements/requirements.md)</a:t>
            </a:r>
          </a:p>
          <a:p xmlns:a="http://schemas.openxmlformats.org/drawingml/2006/main">
            <a:r>
              <a:t>- [database.md](../database/database.md)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Ramazan Talgatov</a:t>
            </a:r>
          </a:p>
          <a:p xmlns:a="http://schemas.openxmlformats.org/drawingml/2006/main">
            <a:r>
              <a:t/>
            </a:r>
          </a:p>
          <a:p xmlns:a="http://schemas.openxmlformats.org/drawingml/2006/main">
            <a:r>
              <a:t>Follow the UX walkthrough in the repository rather than treating this slide as a working system demonstration. Resolve roadworks versus IT pilot, TXT acceptance, role labels, C3 classification and the proposed 25 MB limit. Record actual participant observations and accessibility checks after the session.</a:t>
            </a:r>
          </a:p>
          <a:p xmlns:a="http://schemas.openxmlformats.org/drawingml/2006/main">
            <a:r>
              <a:t/>
            </a:r>
          </a:p>
          <a:p xmlns:a="http://schemas.openxmlformats.org/drawingml/2006/main">
            <a:r>
              <a:t>Evidence:</a:t>
            </a:r>
          </a:p>
          <a:p xmlns:a="http://schemas.openxmlformats.org/drawingml/2006/main">
            <a:r>
              <a:t>- [walkthrough.md](../ux/walkthrough.md)</a:t>
            </a:r>
          </a:p>
          <a:p xmlns:a="http://schemas.openxmlformats.org/drawingml/2006/main">
            <a:r>
              <a:t>- [index.html](../ux/prototype/index.html)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Daniyar Kairatov</a:t>
            </a:r>
          </a:p>
          <a:p xmlns:a="http://schemas.openxmlformats.org/drawingml/2006/main">
            <a:r>
              <a:t/>
            </a:r>
          </a:p>
          <a:p xmlns:a="http://schemas.openxmlformats.org/drawingml/2006/main">
            <a:r>
              <a:t>RQ1 concerns retrieval; RQ2 concerns supported documentary findings; RQ3 concerns privacy controls; RQ4 concerns user interpretation. Status scores do not apply to B0. The corpus and numeric targets are provisional plans. Three authored synthetic diagnostics exist; they are not held-out natural-document results. Count every B2 stage and retry, and report different compute or evidence scopes explicitly.</a:t>
            </a:r>
          </a:p>
          <a:p xmlns:a="http://schemas.openxmlformats.org/drawingml/2006/main">
            <a:r>
              <a:t/>
            </a:r>
          </a:p>
          <a:p xmlns:a="http://schemas.openxmlformats.org/drawingml/2006/main">
            <a:r>
              <a:t>Evidence:</a:t>
            </a:r>
          </a:p>
          <a:p xmlns:a="http://schemas.openxmlformats.org/drawingml/2006/main">
            <a:r>
              <a:t>- [evaluation-plan.md](../evaluation-plan/evaluation-plan.md)</a:t>
            </a:r>
          </a:p>
          <a:p xmlns:a="http://schemas.openxmlformats.org/drawingml/2006/main">
            <a:r>
              <a:t>- [dataset-and-annotation.md](../dataset/dataset-and-annotation.md)</a:t>
            </a:r>
          </a:p>
          <a:p xmlns:a="http://schemas.openxmlformats.org/drawingml/2006/main">
            <a:r>
              <a:t>- [research-slides.md](research/research-slides.md)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Ramazan Talgatov</a:t>
            </a:r>
          </a:p>
          <a:p xmlns:a="http://schemas.openxmlformats.org/drawingml/2006/main">
            <a:r>
              <a:t/>
            </a:r>
          </a:p>
          <a:p xmlns:a="http://schemas.openxmlformats.org/drawingml/2006/main">
            <a:r>
              <a:t>All members contribute UI for their workflow and review each other. Authentication, isolation and source contracts precede private-data integration. B1 and development measurements precede the staged comparison and final freeze. Main risks are unsupported findings, privacy disclosure, corpus imbalance/leakage, resource overruns and incomplete review evidence. Later dates require agreement.</a:t>
            </a:r>
          </a:p>
          <a:p xmlns:a="http://schemas.openxmlformats.org/drawingml/2006/main">
            <a:r>
              <a:t/>
            </a:r>
          </a:p>
          <a:p xmlns:a="http://schemas.openxmlformats.org/drawingml/2006/main">
            <a:r>
              <a:t>Evidence:</a:t>
            </a:r>
          </a:p>
          <a:p xmlns:a="http://schemas.openxmlformats.org/drawingml/2006/main">
            <a:r>
              <a:t>- [project-management.md](../project-management/project-management.md)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Rassul Akhmetov</a:t>
            </a:r>
          </a:p>
          <a:p xmlns:a="http://schemas.openxmlformats.org/drawingml/2006/main">
            <a:r>
              <a:t/>
            </a:r>
          </a:p>
          <a:p xmlns:a="http://schemas.openxmlformats.org/drawingml/2006/main">
            <a:r>
              <a:t>The eleven-component checklist maps all M0 tasks to artifacts and gaps. Do not equate a merged document, a Notion status or passing database CI with accepted platform functionality. There is no measured model improvement or completed privacy enforcement. The shared package is prepared for review, not supervisor approved.</a:t>
            </a:r>
          </a:p>
          <a:p xmlns:a="http://schemas.openxmlformats.org/drawingml/2006/main">
            <a:r>
              <a:t/>
            </a:r>
          </a:p>
          <a:p xmlns:a="http://schemas.openxmlformats.org/drawingml/2006/main">
            <a:r>
              <a:t>Evidence:</a:t>
            </a:r>
          </a:p>
          <a:p xmlns:a="http://schemas.openxmlformats.org/drawingml/2006/main">
            <a:r>
              <a:t>- [checklist.md](checklist.md)</a:t>
            </a:r>
          </a:p>
          <a:p xmlns:a="http://schemas.openxmlformats.org/drawingml/2006/main">
            <a:r>
              <a:t>- [supervisor-feedback.md](../supervisor-feedback/supervisor-feedback.md)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All members</a:t>
            </a:r>
          </a:p>
          <a:p xmlns:a="http://schemas.openxmlformats.org/drawingml/2006/main">
            <a:r>
              <a:t/>
            </a:r>
          </a:p>
          <a:p xmlns:a="http://schemas.openxmlformats.org/drawingml/2006/main">
            <a:r>
              <a:t>The team confirms completion of member contributions and agreement on this summary. New supervisor comments are excluded from the current assembly request. Known guidance concerns document storage and the supplied architecture; it does not establish formal approval. Retain any actual review and rehearsal evidence without inventing a session, approval or measurement. Preserve the accepted pre-defense-1 tag unchanged.</a:t>
            </a:r>
          </a:p>
          <a:p xmlns:a="http://schemas.openxmlformats.org/drawingml/2006/main">
            <a:r>
              <a:t/>
            </a:r>
          </a:p>
          <a:p xmlns:a="http://schemas.openxmlformats.org/drawingml/2006/main">
            <a:r>
              <a:t>Evidence:</a:t>
            </a:r>
          </a:p>
          <a:p xmlns:a="http://schemas.openxmlformats.org/drawingml/2006/main">
            <a:r>
              <a:t>- [supervisor-feedback.md](../supervisor-feedback/supervisor-feedback.md)</a:t>
            </a:r>
          </a:p>
          <a:p xmlns:a="http://schemas.openxmlformats.org/drawingml/2006/main">
            <a:r>
              <a:t>- [checklist.md](checklist.md)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e227158708247f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e4a510abbe140f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6ea1ae6009c4c5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dd4c6a06fdd450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ed2ca2d7ac7415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8667b01546f464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8C27617-694F-46F8-BF83-18D7CE32D25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BE42B86-5F0E-41B9-B3EB-58AC967C7CA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D1A0E8B-4102-4540-BFE2-921D2876DB8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CE0A9AC-B912-4BD2-90D0-9252CB8362A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69B94F4-F9A2-429E-9B5B-A8C2B64E388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CDAB6A2-D920-4F8B-9DFB-CDE87610565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814E168-C15A-4B33-B3E9-A68C085B103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A05C665-9F52-41C9-A6ED-A47BF63A613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0DEB8CD-409F-4B7C-9A67-E822CFCC7C3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13065A0-1BC2-4C34-8529-C0D812F279E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4c5e650541441f8" /><Relationship Type="http://schemas.openxmlformats.org/officeDocument/2006/relationships/slideLayout" Target="/ppt/slideLayouts/slideLayout1.xml" Id="Rea672210aac4454b" /><Relationship Type="http://schemas.openxmlformats.org/officeDocument/2006/relationships/slideLayout" Target="/ppt/slideLayouts/slideLayout2.xml" Id="R6df7f8565eec4e47" /><Relationship Type="http://schemas.openxmlformats.org/officeDocument/2006/relationships/slideLayout" Target="/ppt/slideLayouts/slideLayout3.xml" Id="R128d602f77ba4012" /><Relationship Type="http://schemas.openxmlformats.org/officeDocument/2006/relationships/slideLayout" Target="/ppt/slideLayouts/slideLayout4.xml" Id="Re64310e30283437b" /><Relationship Type="http://schemas.openxmlformats.org/officeDocument/2006/relationships/slideLayout" Target="/ppt/slideLayouts/slideLayout5.xml" Id="R79a1da3853cf40b3" /><Relationship Type="http://schemas.openxmlformats.org/officeDocument/2006/relationships/slideLayout" Target="/ppt/slideLayouts/slideLayout6.xml" Id="Rb819ceed5c1a4e1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a672210aac4454b"/>
    <p:sldLayoutId xmlns:r="http://schemas.openxmlformats.org/officeDocument/2006/relationships" id="2147483650" r:id="R6df7f8565eec4e47"/>
    <p:sldLayoutId xmlns:r="http://schemas.openxmlformats.org/officeDocument/2006/relationships" id="2147483651" r:id="R128d602f77ba4012"/>
    <p:sldLayoutId xmlns:r="http://schemas.openxmlformats.org/officeDocument/2006/relationships" id="2147483652" r:id="Re64310e30283437b"/>
    <p:sldLayoutId xmlns:r="http://schemas.openxmlformats.org/officeDocument/2006/relationships" id="2147483653" r:id="R79a1da3853cf40b3"/>
    <p:sldLayoutId xmlns:r="http://schemas.openxmlformats.org/officeDocument/2006/relationships" id="2147483654" r:id="Rb819ceed5c1a4e1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bacb85209204245" /><Relationship Type="http://schemas.openxmlformats.org/officeDocument/2006/relationships/notesSlide" Target="/ppt/notesSlides/notesSlide1.xml" Id="Rd75d95ed73cc4de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fa87692b9214bf9" /><Relationship Type="http://schemas.openxmlformats.org/officeDocument/2006/relationships/notesSlide" Target="/ppt/notesSlides/notesSlide2.xml" Id="R8215d3324c674dc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05f084d325d4d53" /><Relationship Type="http://schemas.openxmlformats.org/officeDocument/2006/relationships/notesSlide" Target="/ppt/notesSlides/notesSlide3.xml" Id="R13581dd7dd04474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f77a87eb5c54b15" /><Relationship Type="http://schemas.openxmlformats.org/officeDocument/2006/relationships/notesSlide" Target="/ppt/notesSlides/notesSlide4.xml" Id="R216a977436bc4a8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a436cbff01f4989" /><Relationship Type="http://schemas.openxmlformats.org/officeDocument/2006/relationships/notesSlide" Target="/ppt/notesSlides/notesSlide5.xml" Id="R2644f4a505f34f1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146d643795c46f4" /><Relationship Type="http://schemas.openxmlformats.org/officeDocument/2006/relationships/notesSlide" Target="/ppt/notesSlides/notesSlide6.xml" Id="R5a029b419f0c4a8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6994c5ed53c477f" /><Relationship Type="http://schemas.openxmlformats.org/officeDocument/2006/relationships/notesSlide" Target="/ppt/notesSlides/notesSlide7.xml" Id="Re9f2a3bb9d654ea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71e11792b1f4b20" /><Relationship Type="http://schemas.openxmlformats.org/officeDocument/2006/relationships/notesSlide" Target="/ppt/notesSlides/notesSlide8.xml" Id="R01eb574bd8d0406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2f894049881414f" /><Relationship Type="http://schemas.openxmlformats.org/officeDocument/2006/relationships/notesSlide" Target="/ppt/notesSlides/notesSlide9.xml" Id="R5c5a684fbe9240d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afc1e3a12264128" /><Relationship Type="http://schemas.openxmlformats.org/officeDocument/2006/relationships/notesSlide" Target="/ppt/notesSlides/notesSlide10.xml" Id="R631361e8c077455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865a28fc6e2427f" /><Relationship Type="http://schemas.openxmlformats.org/officeDocument/2006/relationships/notesSlide" Target="/ppt/notesSlides/notesSlide11.xml" Id="R6319f6edf75242b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76b13c00acb4e35" /><Relationship Type="http://schemas.openxmlformats.org/officeDocument/2006/relationships/notesSlide" Target="/ppt/notesSlides/notesSlide12.xml" Id="Rfeca709e77af42d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dd64e04fc054b19" /><Relationship Type="http://schemas.openxmlformats.org/officeDocument/2006/relationships/notesSlide" Target="/ppt/notesSlides/notesSlide13.xml" Id="R55bac7f4544a44e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5e5ccd35bd0a4234" /><Relationship Type="http://schemas.openxmlformats.org/officeDocument/2006/relationships/notesSlide" Target="/ppt/notesSlides/notesSlide14.xml" Id="R550f71458e40497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46283af89ad24aea" /><Relationship Type="http://schemas.openxmlformats.org/officeDocument/2006/relationships/notesSlide" Target="/ppt/notesSlides/notesSlide15.xml" Id="Rb5476487ad7048c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3d6d7244b4b24ca4" /><Relationship Type="http://schemas.openxmlformats.org/officeDocument/2006/relationships/notesSlide" Target="/ppt/notesSlides/notesSlide16.xml" Id="R7998609b7dbb488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2FC9E9AF-C79D-4CE5-9658-02C70B5F8520}"/>
              </a:ext>
            </a:extLst>
          </p:cNvPr>
          <p:cNvSpPr>
            <a:spLocks xmlns:a="http://schemas.openxmlformats.org/drawingml/2006/main" noGrp="1"/>
          </p:cNvSpPr>
          <p:nvPr/>
        </p:nvSpPr>
        <p:spPr>
          <a:xfrm xmlns:a="http://schemas.openxmlformats.org/drawingml/2006/main">
            <a:off x="723900" y="1428750"/>
            <a:ext cx="107442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5400" b="1">
                <a:solidFill>
                  <a:srgbClr val="000000"/>
                </a:solidFill>
                <a:latin typeface="Arial"/>
                <a:ea typeface="Arial"/>
                <a:cs typeface="Arial"/>
              </a:defRPr>
            </a:defPPr>
            <a:lvl1pPr algn="l">
              <a:defRPr sz="5400" b="1">
                <a:solidFill>
                  <a:srgbClr val="000000"/>
                </a:solidFill>
                <a:latin typeface="Arial"/>
                <a:ea typeface="Arial"/>
                <a:cs typeface="Arial"/>
              </a:defRPr>
            </a:lvl1pPr>
            <a:lvl2pPr algn="l">
              <a:defRPr sz="5400" b="1">
                <a:solidFill>
                  <a:srgbClr val="000000"/>
                </a:solidFill>
                <a:latin typeface="Arial"/>
                <a:ea typeface="Arial"/>
                <a:cs typeface="Arial"/>
              </a:defRPr>
            </a:lvl2pPr>
            <a:lvl3pPr algn="l">
              <a:defRPr sz="5400" b="1">
                <a:solidFill>
                  <a:srgbClr val="000000"/>
                </a:solidFill>
                <a:latin typeface="Arial"/>
                <a:ea typeface="Arial"/>
                <a:cs typeface="Arial"/>
              </a:defRPr>
            </a:lvl3pPr>
            <a:lvl4pPr algn="l">
              <a:defRPr sz="5400" b="1">
                <a:solidFill>
                  <a:srgbClr val="000000"/>
                </a:solidFill>
                <a:latin typeface="Arial"/>
                <a:ea typeface="Arial"/>
                <a:cs typeface="Arial"/>
              </a:defRPr>
            </a:lvl4pPr>
            <a:lvl5pPr algn="l">
              <a:defRPr sz="5400" b="1">
                <a:solidFill>
                  <a:srgbClr val="000000"/>
                </a:solidFill>
                <a:latin typeface="Arial"/>
                <a:ea typeface="Arial"/>
                <a:cs typeface="Arial"/>
              </a:defRPr>
            </a:lvl5pPr>
            <a:lvl6pPr algn="l">
              <a:defRPr sz="5400" b="1">
                <a:solidFill>
                  <a:srgbClr val="000000"/>
                </a:solidFill>
                <a:latin typeface="Arial"/>
                <a:ea typeface="Arial"/>
                <a:cs typeface="Arial"/>
              </a:defRPr>
            </a:lvl6pPr>
            <a:lvl7pPr algn="l">
              <a:defRPr sz="5400" b="1">
                <a:solidFill>
                  <a:srgbClr val="000000"/>
                </a:solidFill>
                <a:latin typeface="Arial"/>
                <a:ea typeface="Arial"/>
                <a:cs typeface="Arial"/>
              </a:defRPr>
            </a:lvl7pPr>
            <a:lvl8pPr algn="l">
              <a:defRPr sz="5400" b="1">
                <a:solidFill>
                  <a:srgbClr val="000000"/>
                </a:solidFill>
                <a:latin typeface="Arial"/>
                <a:ea typeface="Arial"/>
                <a:cs typeface="Arial"/>
              </a:defRPr>
            </a:lvl8pPr>
            <a:lvl9pPr algn="l">
              <a:defRPr sz="5400" b="1">
                <a:solidFill>
                  <a:srgbClr val="000000"/>
                </a:solidFill>
                <a:latin typeface="Arial"/>
                <a:ea typeface="Arial"/>
                <a:cs typeface="Arial"/>
              </a:defRPr>
            </a:lvl9pPr>
          </a:lstStyle>
          <a:p xmlns:a="http://schemas.openxmlformats.org/drawingml/2006/main">
            <a:pPr algn="l">
              <a:defRPr sz="5400" b="1">
                <a:solidFill>
                  <a:srgbClr val="000000"/>
                </a:solidFill>
                <a:latin typeface="Arial"/>
                <a:ea typeface="Arial"/>
                <a:cs typeface="Arial"/>
              </a:defRPr>
            </a:pPr>
            <a:r>
              <a:rPr sz="5400" b="1">
                <a:solidFill>
                  <a:srgbClr val="000000"/>
                </a:solidFill>
                <a:latin typeface="Arial"/>
                <a:ea typeface="Arial"/>
                <a:cs typeface="Arial"/>
              </a:rPr>
              <a:t>TenderGuard</a:t>
            </a:r>
          </a:p>
        </p:txBody>
      </p:sp>
      <p:sp>
        <p:nvSpPr>
          <p:cNvPr id="2" name="subtitle">
            <a:extLst xmlns:a="http://schemas.openxmlformats.org/drawingml/2006/main">
              <a:ext uri="{FF2B5EF4-FFF2-40B4-BE49-F238E27FC236}">
                <a16:creationId xmlns:a16="http://schemas.microsoft.com/office/drawing/2014/main" id="{40599912-9C28-4FEF-827D-D7646BFB8BF4}"/>
              </a:ext>
            </a:extLst>
          </p:cNvPr>
          <p:cNvSpPr>
            <a:spLocks xmlns:a="http://schemas.openxmlformats.org/drawingml/2006/main" noGrp="1"/>
          </p:cNvSpPr>
          <p:nvPr/>
        </p:nvSpPr>
        <p:spPr>
          <a:xfrm xmlns:a="http://schemas.openxmlformats.org/drawingml/2006/main">
            <a:off x="723900" y="2571750"/>
            <a:ext cx="10477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000" b="0">
                <a:solidFill>
                  <a:srgbClr val="000000"/>
                </a:solidFill>
                <a:latin typeface="Arial"/>
                <a:ea typeface="Arial"/>
                <a:cs typeface="Arial"/>
              </a:defRPr>
            </a:defPPr>
            <a:lvl1pPr algn="l">
              <a:defRPr sz="3000" b="0">
                <a:solidFill>
                  <a:srgbClr val="000000"/>
                </a:solidFill>
                <a:latin typeface="Arial"/>
                <a:ea typeface="Arial"/>
                <a:cs typeface="Arial"/>
              </a:defRPr>
            </a:lvl1pPr>
            <a:lvl2pPr algn="l">
              <a:defRPr sz="3000" b="0">
                <a:solidFill>
                  <a:srgbClr val="000000"/>
                </a:solidFill>
                <a:latin typeface="Arial"/>
                <a:ea typeface="Arial"/>
                <a:cs typeface="Arial"/>
              </a:defRPr>
            </a:lvl2pPr>
            <a:lvl3pPr algn="l">
              <a:defRPr sz="3000" b="0">
                <a:solidFill>
                  <a:srgbClr val="000000"/>
                </a:solidFill>
                <a:latin typeface="Arial"/>
                <a:ea typeface="Arial"/>
                <a:cs typeface="Arial"/>
              </a:defRPr>
            </a:lvl3pPr>
            <a:lvl4pPr algn="l">
              <a:defRPr sz="3000" b="0">
                <a:solidFill>
                  <a:srgbClr val="000000"/>
                </a:solidFill>
                <a:latin typeface="Arial"/>
                <a:ea typeface="Arial"/>
                <a:cs typeface="Arial"/>
              </a:defRPr>
            </a:lvl4pPr>
            <a:lvl5pPr algn="l">
              <a:defRPr sz="3000" b="0">
                <a:solidFill>
                  <a:srgbClr val="000000"/>
                </a:solidFill>
                <a:latin typeface="Arial"/>
                <a:ea typeface="Arial"/>
                <a:cs typeface="Arial"/>
              </a:defRPr>
            </a:lvl5pPr>
            <a:lvl6pPr algn="l">
              <a:defRPr sz="3000" b="0">
                <a:solidFill>
                  <a:srgbClr val="000000"/>
                </a:solidFill>
                <a:latin typeface="Arial"/>
                <a:ea typeface="Arial"/>
                <a:cs typeface="Arial"/>
              </a:defRPr>
            </a:lvl6pPr>
            <a:lvl7pPr algn="l">
              <a:defRPr sz="3000" b="0">
                <a:solidFill>
                  <a:srgbClr val="000000"/>
                </a:solidFill>
                <a:latin typeface="Arial"/>
                <a:ea typeface="Arial"/>
                <a:cs typeface="Arial"/>
              </a:defRPr>
            </a:lvl7pPr>
            <a:lvl8pPr algn="l">
              <a:defRPr sz="3000" b="0">
                <a:solidFill>
                  <a:srgbClr val="000000"/>
                </a:solidFill>
                <a:latin typeface="Arial"/>
                <a:ea typeface="Arial"/>
                <a:cs typeface="Arial"/>
              </a:defRPr>
            </a:lvl8pPr>
            <a:lvl9pPr algn="l">
              <a:defRPr sz="3000" b="0">
                <a:solidFill>
                  <a:srgbClr val="000000"/>
                </a:solidFill>
                <a:latin typeface="Arial"/>
                <a:ea typeface="Arial"/>
                <a:cs typeface="Arial"/>
              </a:defRPr>
            </a:lvl9pPr>
          </a:lstStyle>
          <a:p xmlns:a="http://schemas.openxmlformats.org/drawingml/2006/main">
            <a:pPr algn="l">
              <a:defRPr sz="3000" b="0">
                <a:solidFill>
                  <a:srgbClr val="000000"/>
                </a:solidFill>
                <a:latin typeface="Arial"/>
                <a:ea typeface="Arial"/>
                <a:cs typeface="Arial"/>
              </a:defRPr>
            </a:pPr>
            <a:r>
              <a:rPr sz="3000" b="0">
                <a:solidFill>
                  <a:srgbClr val="000000"/>
                </a:solidFill>
                <a:latin typeface="Arial"/>
                <a:ea typeface="Arial"/>
                <a:cs typeface="Arial"/>
              </a:rPr>
              <a:t>Tender and company-evidence analysis for SMEs</a:t>
            </a:r>
          </a:p>
        </p:txBody>
      </p:sp>
      <p:sp>
        <p:nvSpPr>
          <p:cNvPr id="3" name="team">
            <a:extLst xmlns:a="http://schemas.openxmlformats.org/drawingml/2006/main">
              <a:ext uri="{FF2B5EF4-FFF2-40B4-BE49-F238E27FC236}">
                <a16:creationId xmlns:a16="http://schemas.microsoft.com/office/drawing/2014/main" id="{C119F17F-E286-4ADC-80AA-AF820354FD1C}"/>
              </a:ext>
            </a:extLst>
          </p:cNvPr>
          <p:cNvSpPr>
            <a:spLocks xmlns:a="http://schemas.openxmlformats.org/drawingml/2006/main" noGrp="1"/>
          </p:cNvSpPr>
          <p:nvPr/>
        </p:nvSpPr>
        <p:spPr>
          <a:xfrm xmlns:a="http://schemas.openxmlformats.org/drawingml/2006/main">
            <a:off x="723900" y="4191000"/>
            <a:ext cx="10744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025" b="0">
                <a:solidFill>
                  <a:srgbClr val="000000"/>
                </a:solidFill>
                <a:latin typeface="Arial"/>
                <a:ea typeface="Arial"/>
                <a:cs typeface="Arial"/>
              </a:defRPr>
            </a:defPPr>
            <a:lvl1pPr algn="l">
              <a:defRPr sz="2025" b="0">
                <a:solidFill>
                  <a:srgbClr val="000000"/>
                </a:solidFill>
                <a:latin typeface="Arial"/>
                <a:ea typeface="Arial"/>
                <a:cs typeface="Arial"/>
              </a:defRPr>
            </a:lvl1pPr>
            <a:lvl2pPr algn="l">
              <a:defRPr sz="2025" b="0">
                <a:solidFill>
                  <a:srgbClr val="000000"/>
                </a:solidFill>
                <a:latin typeface="Arial"/>
                <a:ea typeface="Arial"/>
                <a:cs typeface="Arial"/>
              </a:defRPr>
            </a:lvl2pPr>
            <a:lvl3pPr algn="l">
              <a:defRPr sz="2025" b="0">
                <a:solidFill>
                  <a:srgbClr val="000000"/>
                </a:solidFill>
                <a:latin typeface="Arial"/>
                <a:ea typeface="Arial"/>
                <a:cs typeface="Arial"/>
              </a:defRPr>
            </a:lvl3pPr>
            <a:lvl4pPr algn="l">
              <a:defRPr sz="2025" b="0">
                <a:solidFill>
                  <a:srgbClr val="000000"/>
                </a:solidFill>
                <a:latin typeface="Arial"/>
                <a:ea typeface="Arial"/>
                <a:cs typeface="Arial"/>
              </a:defRPr>
            </a:lvl4pPr>
            <a:lvl5pPr algn="l">
              <a:defRPr sz="2025" b="0">
                <a:solidFill>
                  <a:srgbClr val="000000"/>
                </a:solidFill>
                <a:latin typeface="Arial"/>
                <a:ea typeface="Arial"/>
                <a:cs typeface="Arial"/>
              </a:defRPr>
            </a:lvl5pPr>
            <a:lvl6pPr algn="l">
              <a:defRPr sz="2025" b="0">
                <a:solidFill>
                  <a:srgbClr val="000000"/>
                </a:solidFill>
                <a:latin typeface="Arial"/>
                <a:ea typeface="Arial"/>
                <a:cs typeface="Arial"/>
              </a:defRPr>
            </a:lvl6pPr>
            <a:lvl7pPr algn="l">
              <a:defRPr sz="2025" b="0">
                <a:solidFill>
                  <a:srgbClr val="000000"/>
                </a:solidFill>
                <a:latin typeface="Arial"/>
                <a:ea typeface="Arial"/>
                <a:cs typeface="Arial"/>
              </a:defRPr>
            </a:lvl7pPr>
            <a:lvl8pPr algn="l">
              <a:defRPr sz="2025" b="0">
                <a:solidFill>
                  <a:srgbClr val="000000"/>
                </a:solidFill>
                <a:latin typeface="Arial"/>
                <a:ea typeface="Arial"/>
                <a:cs typeface="Arial"/>
              </a:defRPr>
            </a:lvl8pPr>
            <a:lvl9pPr algn="l">
              <a:defRPr sz="2025" b="0">
                <a:solidFill>
                  <a:srgbClr val="000000"/>
                </a:solidFill>
                <a:latin typeface="Arial"/>
                <a:ea typeface="Arial"/>
                <a:cs typeface="Arial"/>
              </a:defRPr>
            </a:lvl9pPr>
          </a:lstStyle>
          <a:p xmlns:a="http://schemas.openxmlformats.org/drawingml/2006/main">
            <a:pPr algn="l">
              <a:defRPr sz="2025" b="0">
                <a:solidFill>
                  <a:srgbClr val="000000"/>
                </a:solidFill>
                <a:latin typeface="Arial"/>
                <a:ea typeface="Arial"/>
                <a:cs typeface="Arial"/>
              </a:defRPr>
            </a:pPr>
            <a:r>
              <a:rPr sz="2025" b="0">
                <a:solidFill>
                  <a:srgbClr val="000000"/>
                </a:solidFill>
                <a:latin typeface="Arial"/>
                <a:ea typeface="Arial"/>
                <a:cs typeface="Arial"/>
              </a:rPr>
              <a:t>Daniyar Kairatov · Rassul Akhmetov · Ramazan Talgatov</a:t>
            </a:r>
          </a:p>
        </p:txBody>
      </p:sp>
      <p:sp>
        <p:nvSpPr>
          <p:cNvPr id="4" name="stage">
            <a:extLst xmlns:a="http://schemas.openxmlformats.org/drawingml/2006/main">
              <a:ext uri="{FF2B5EF4-FFF2-40B4-BE49-F238E27FC236}">
                <a16:creationId xmlns:a16="http://schemas.microsoft.com/office/drawing/2014/main" id="{2FD796AF-528D-4339-AC8C-FA8386F4988C}"/>
              </a:ext>
            </a:extLst>
          </p:cNvPr>
          <p:cNvSpPr>
            <a:spLocks xmlns:a="http://schemas.openxmlformats.org/drawingml/2006/main" noGrp="1"/>
          </p:cNvSpPr>
          <p:nvPr/>
        </p:nvSpPr>
        <p:spPr>
          <a:xfrm xmlns:a="http://schemas.openxmlformats.org/drawingml/2006/main">
            <a:off x="723900" y="4991100"/>
            <a:ext cx="107442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025" b="0">
                <a:solidFill>
                  <a:srgbClr val="000000"/>
                </a:solidFill>
                <a:latin typeface="Arial"/>
                <a:ea typeface="Arial"/>
                <a:cs typeface="Arial"/>
              </a:defRPr>
            </a:defPPr>
            <a:lvl1pPr algn="l">
              <a:defRPr sz="2025" b="0">
                <a:solidFill>
                  <a:srgbClr val="000000"/>
                </a:solidFill>
                <a:latin typeface="Arial"/>
                <a:ea typeface="Arial"/>
                <a:cs typeface="Arial"/>
              </a:defRPr>
            </a:lvl1pPr>
            <a:lvl2pPr algn="l">
              <a:defRPr sz="2025" b="0">
                <a:solidFill>
                  <a:srgbClr val="000000"/>
                </a:solidFill>
                <a:latin typeface="Arial"/>
                <a:ea typeface="Arial"/>
                <a:cs typeface="Arial"/>
              </a:defRPr>
            </a:lvl2pPr>
            <a:lvl3pPr algn="l">
              <a:defRPr sz="2025" b="0">
                <a:solidFill>
                  <a:srgbClr val="000000"/>
                </a:solidFill>
                <a:latin typeface="Arial"/>
                <a:ea typeface="Arial"/>
                <a:cs typeface="Arial"/>
              </a:defRPr>
            </a:lvl3pPr>
            <a:lvl4pPr algn="l">
              <a:defRPr sz="2025" b="0">
                <a:solidFill>
                  <a:srgbClr val="000000"/>
                </a:solidFill>
                <a:latin typeface="Arial"/>
                <a:ea typeface="Arial"/>
                <a:cs typeface="Arial"/>
              </a:defRPr>
            </a:lvl4pPr>
            <a:lvl5pPr algn="l">
              <a:defRPr sz="2025" b="0">
                <a:solidFill>
                  <a:srgbClr val="000000"/>
                </a:solidFill>
                <a:latin typeface="Arial"/>
                <a:ea typeface="Arial"/>
                <a:cs typeface="Arial"/>
              </a:defRPr>
            </a:lvl5pPr>
            <a:lvl6pPr algn="l">
              <a:defRPr sz="2025" b="0">
                <a:solidFill>
                  <a:srgbClr val="000000"/>
                </a:solidFill>
                <a:latin typeface="Arial"/>
                <a:ea typeface="Arial"/>
                <a:cs typeface="Arial"/>
              </a:defRPr>
            </a:lvl6pPr>
            <a:lvl7pPr algn="l">
              <a:defRPr sz="2025" b="0">
                <a:solidFill>
                  <a:srgbClr val="000000"/>
                </a:solidFill>
                <a:latin typeface="Arial"/>
                <a:ea typeface="Arial"/>
                <a:cs typeface="Arial"/>
              </a:defRPr>
            </a:lvl7pPr>
            <a:lvl8pPr algn="l">
              <a:defRPr sz="2025" b="0">
                <a:solidFill>
                  <a:srgbClr val="000000"/>
                </a:solidFill>
                <a:latin typeface="Arial"/>
                <a:ea typeface="Arial"/>
                <a:cs typeface="Arial"/>
              </a:defRPr>
            </a:lvl8pPr>
            <a:lvl9pPr algn="l">
              <a:defRPr sz="2025" b="0">
                <a:solidFill>
                  <a:srgbClr val="000000"/>
                </a:solidFill>
                <a:latin typeface="Arial"/>
                <a:ea typeface="Arial"/>
                <a:cs typeface="Arial"/>
              </a:defRPr>
            </a:lvl9pPr>
          </a:lstStyle>
          <a:p xmlns:a="http://schemas.openxmlformats.org/drawingml/2006/main">
            <a:pPr algn="l">
              <a:defRPr sz="2025" b="0">
                <a:solidFill>
                  <a:srgbClr val="000000"/>
                </a:solidFill>
                <a:latin typeface="Arial"/>
                <a:ea typeface="Arial"/>
                <a:cs typeface="Arial"/>
              </a:defRPr>
            </a:pPr>
            <a:r>
              <a:rPr sz="2025" b="0">
                <a:solidFill>
                  <a:srgbClr val="000000"/>
                </a:solidFill>
                <a:latin typeface="Arial"/>
                <a:ea typeface="Arial"/>
                <a:cs typeface="Arial"/>
              </a:rPr>
              <a:t>First predefence: analysis, design and prototype</a:t>
            </a:r>
          </a:p>
        </p:txBody>
      </p:sp>
      <p:sp>
        <p:nvSpPr>
          <p:cNvPr id="5" name="page">
            <a:extLst xmlns:a="http://schemas.openxmlformats.org/drawingml/2006/main">
              <a:ext uri="{FF2B5EF4-FFF2-40B4-BE49-F238E27FC236}">
                <a16:creationId xmlns:a16="http://schemas.microsoft.com/office/drawing/2014/main" id="{BED194B1-BCC9-4C6D-BB2A-82219DEB4A27}"/>
              </a:ext>
            </a:extLst>
          </p:cNvPr>
          <p:cNvSpPr>
            <a:spLocks xmlns:a="http://schemas.openxmlformats.org/drawingml/2006/main" noGrp="1"/>
          </p:cNvSpPr>
          <p:nvPr/>
        </p:nvSpPr>
        <p:spPr>
          <a:xfrm xmlns:a="http://schemas.openxmlformats.org/drawingml/2006/main">
            <a:off x="11144250" y="62388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0">
                <a:solidFill>
                  <a:srgbClr val="000000"/>
                </a:solidFill>
                <a:latin typeface="Arial"/>
                <a:ea typeface="Arial"/>
                <a:cs typeface="Arial"/>
              </a:defRPr>
            </a:defPPr>
            <a:lvl1pPr algn="l">
              <a:defRPr sz="1500" b="0">
                <a:solidFill>
                  <a:srgbClr val="000000"/>
                </a:solidFill>
                <a:latin typeface="Arial"/>
                <a:ea typeface="Arial"/>
                <a:cs typeface="Arial"/>
              </a:defRPr>
            </a:lvl1pPr>
            <a:lvl2pPr algn="l">
              <a:defRPr sz="1500" b="0">
                <a:solidFill>
                  <a:srgbClr val="000000"/>
                </a:solidFill>
                <a:latin typeface="Arial"/>
                <a:ea typeface="Arial"/>
                <a:cs typeface="Arial"/>
              </a:defRPr>
            </a:lvl2pPr>
            <a:lvl3pPr algn="l">
              <a:defRPr sz="1500" b="0">
                <a:solidFill>
                  <a:srgbClr val="000000"/>
                </a:solidFill>
                <a:latin typeface="Arial"/>
                <a:ea typeface="Arial"/>
                <a:cs typeface="Arial"/>
              </a:defRPr>
            </a:lvl3pPr>
            <a:lvl4pPr algn="l">
              <a:defRPr sz="1500" b="0">
                <a:solidFill>
                  <a:srgbClr val="000000"/>
                </a:solidFill>
                <a:latin typeface="Arial"/>
                <a:ea typeface="Arial"/>
                <a:cs typeface="Arial"/>
              </a:defRPr>
            </a:lvl4pPr>
            <a:lvl5pPr algn="l">
              <a:defRPr sz="1500" b="0">
                <a:solidFill>
                  <a:srgbClr val="000000"/>
                </a:solidFill>
                <a:latin typeface="Arial"/>
                <a:ea typeface="Arial"/>
                <a:cs typeface="Arial"/>
              </a:defRPr>
            </a:lvl5pPr>
            <a:lvl6pPr algn="l">
              <a:defRPr sz="1500" b="0">
                <a:solidFill>
                  <a:srgbClr val="000000"/>
                </a:solidFill>
                <a:latin typeface="Arial"/>
                <a:ea typeface="Arial"/>
                <a:cs typeface="Arial"/>
              </a:defRPr>
            </a:lvl6pPr>
            <a:lvl7pPr algn="l">
              <a:defRPr sz="1500" b="0">
                <a:solidFill>
                  <a:srgbClr val="000000"/>
                </a:solidFill>
                <a:latin typeface="Arial"/>
                <a:ea typeface="Arial"/>
                <a:cs typeface="Arial"/>
              </a:defRPr>
            </a:lvl7pPr>
            <a:lvl8pPr algn="l">
              <a:defRPr sz="1500" b="0">
                <a:solidFill>
                  <a:srgbClr val="000000"/>
                </a:solidFill>
                <a:latin typeface="Arial"/>
                <a:ea typeface="Arial"/>
                <a:cs typeface="Arial"/>
              </a:defRPr>
            </a:lvl8pPr>
            <a:lvl9pPr algn="l">
              <a:defRPr sz="1500" b="0">
                <a:solidFill>
                  <a:srgbClr val="000000"/>
                </a:solidFill>
                <a:latin typeface="Arial"/>
                <a:ea typeface="Arial"/>
                <a:cs typeface="Arial"/>
              </a:defRPr>
            </a:lvl9pPr>
          </a:lstStyle>
          <a:p xmlns:a="http://schemas.openxmlformats.org/drawingml/2006/main">
            <a:pPr algn="l">
              <a:defRPr sz="1500" b="0">
                <a:solidFill>
                  <a:srgbClr val="000000"/>
                </a:solidFill>
                <a:latin typeface="Arial"/>
                <a:ea typeface="Arial"/>
                <a:cs typeface="Arial"/>
              </a:defRPr>
            </a:pPr>
            <a:r>
              <a:rPr sz="1500" b="0">
                <a:solidFill>
                  <a:srgbClr val="000000"/>
                </a:solidFill>
                <a:latin typeface="Arial"/>
                <a:ea typeface="Arial"/>
                <a:cs typeface="Arial"/>
              </a:rPr>
              <a:t>1</a:t>
            </a:r>
          </a:p>
        </p:txBody>
      </p:sp>
    </p:spTree>
    <p:extLst>
      <p:ext uri="{BB962C8B-B14F-4D97-AF65-F5344CB8AC3E}">
        <p14:creationId xmlns:p14="http://schemas.microsoft.com/office/powerpoint/2010/main" val="94651162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C931CF06-35F1-4C72-BF04-E16D22CE04DE}"/>
              </a:ext>
            </a:extLst>
          </p:cNvPr>
          <p:cNvSpPr>
            <a:spLocks xmlns:a="http://schemas.openxmlformats.org/drawingml/2006/main" noGrp="1"/>
          </p:cNvSpPr>
          <p:nvPr/>
        </p:nvSpPr>
        <p:spPr>
          <a:xfrm xmlns:a="http://schemas.openxmlformats.org/drawingml/2006/main">
            <a:off x="723900" y="571500"/>
            <a:ext cx="107442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600" b="1">
                <a:solidFill>
                  <a:srgbClr val="000000"/>
                </a:solidFill>
                <a:latin typeface="Arial"/>
                <a:ea typeface="Arial"/>
                <a:cs typeface="Arial"/>
              </a:defRPr>
            </a:defPPr>
            <a:lvl1pPr algn="l">
              <a:defRPr sz="3600" b="1">
                <a:solidFill>
                  <a:srgbClr val="000000"/>
                </a:solidFill>
                <a:latin typeface="Arial"/>
                <a:ea typeface="Arial"/>
                <a:cs typeface="Arial"/>
              </a:defRPr>
            </a:lvl1pPr>
            <a:lvl2pPr algn="l">
              <a:defRPr sz="3600" b="1">
                <a:solidFill>
                  <a:srgbClr val="000000"/>
                </a:solidFill>
                <a:latin typeface="Arial"/>
                <a:ea typeface="Arial"/>
                <a:cs typeface="Arial"/>
              </a:defRPr>
            </a:lvl2pPr>
            <a:lvl3pPr algn="l">
              <a:defRPr sz="3600" b="1">
                <a:solidFill>
                  <a:srgbClr val="000000"/>
                </a:solidFill>
                <a:latin typeface="Arial"/>
                <a:ea typeface="Arial"/>
                <a:cs typeface="Arial"/>
              </a:defRPr>
            </a:lvl3pPr>
            <a:lvl4pPr algn="l">
              <a:defRPr sz="3600" b="1">
                <a:solidFill>
                  <a:srgbClr val="000000"/>
                </a:solidFill>
                <a:latin typeface="Arial"/>
                <a:ea typeface="Arial"/>
                <a:cs typeface="Arial"/>
              </a:defRPr>
            </a:lvl4pPr>
            <a:lvl5pPr algn="l">
              <a:defRPr sz="3600" b="1">
                <a:solidFill>
                  <a:srgbClr val="000000"/>
                </a:solidFill>
                <a:latin typeface="Arial"/>
                <a:ea typeface="Arial"/>
                <a:cs typeface="Arial"/>
              </a:defRPr>
            </a:lvl5pPr>
            <a:lvl6pPr algn="l">
              <a:defRPr sz="3600" b="1">
                <a:solidFill>
                  <a:srgbClr val="000000"/>
                </a:solidFill>
                <a:latin typeface="Arial"/>
                <a:ea typeface="Arial"/>
                <a:cs typeface="Arial"/>
              </a:defRPr>
            </a:lvl6pPr>
            <a:lvl7pPr algn="l">
              <a:defRPr sz="3600" b="1">
                <a:solidFill>
                  <a:srgbClr val="000000"/>
                </a:solidFill>
                <a:latin typeface="Arial"/>
                <a:ea typeface="Arial"/>
                <a:cs typeface="Arial"/>
              </a:defRPr>
            </a:lvl7pPr>
            <a:lvl8pPr algn="l">
              <a:defRPr sz="3600" b="1">
                <a:solidFill>
                  <a:srgbClr val="000000"/>
                </a:solidFill>
                <a:latin typeface="Arial"/>
                <a:ea typeface="Arial"/>
                <a:cs typeface="Arial"/>
              </a:defRPr>
            </a:lvl8pPr>
            <a:lvl9pPr algn="l">
              <a:defRPr sz="3600" b="1">
                <a:solidFill>
                  <a:srgbClr val="000000"/>
                </a:solidFill>
                <a:latin typeface="Arial"/>
                <a:ea typeface="Arial"/>
                <a:cs typeface="Arial"/>
              </a:defRPr>
            </a:lvl9pPr>
          </a:lstStyle>
          <a:p xmlns:a="http://schemas.openxmlformats.org/drawingml/2006/main">
            <a:pPr algn="l">
              <a:defRPr sz="3600" b="1">
                <a:solidFill>
                  <a:srgbClr val="000000"/>
                </a:solidFill>
                <a:latin typeface="Arial"/>
                <a:ea typeface="Arial"/>
                <a:cs typeface="Arial"/>
              </a:defRPr>
            </a:pPr>
            <a:r>
              <a:rPr sz="3600" b="1">
                <a:solidFill>
                  <a:srgbClr val="000000"/>
                </a:solidFill>
                <a:latin typeface="Arial"/>
                <a:ea typeface="Arial"/>
                <a:cs typeface="Arial"/>
              </a:rPr>
              <a:t>Problem and users</a:t>
            </a:r>
          </a:p>
        </p:txBody>
      </p:sp>
      <p:sp>
        <p:nvSpPr>
          <p:cNvPr id="2" name="point-1">
            <a:extLst xmlns:a="http://schemas.openxmlformats.org/drawingml/2006/main">
              <a:ext uri="{FF2B5EF4-FFF2-40B4-BE49-F238E27FC236}">
                <a16:creationId xmlns:a16="http://schemas.microsoft.com/office/drawing/2014/main" id="{18CAE6CA-0B0A-462A-881E-5AEDE38A0833}"/>
              </a:ext>
            </a:extLst>
          </p:cNvPr>
          <p:cNvSpPr>
            <a:spLocks xmlns:a="http://schemas.openxmlformats.org/drawingml/2006/main" noGrp="1"/>
          </p:cNvSpPr>
          <p:nvPr/>
        </p:nvSpPr>
        <p:spPr>
          <a:xfrm xmlns:a="http://schemas.openxmlformats.org/drawingml/2006/main">
            <a:off x="723900" y="1695450"/>
            <a:ext cx="107442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400" b="0">
                <a:solidFill>
                  <a:srgbClr val="000000"/>
                </a:solidFill>
                <a:latin typeface="Arial"/>
                <a:ea typeface="Arial"/>
                <a:cs typeface="Arial"/>
              </a:defRPr>
            </a:defPPr>
            <a:lvl1pPr algn="l">
              <a:defRPr sz="2400" b="0">
                <a:solidFill>
                  <a:srgbClr val="000000"/>
                </a:solidFill>
                <a:latin typeface="Arial"/>
                <a:ea typeface="Arial"/>
                <a:cs typeface="Arial"/>
              </a:defRPr>
            </a:lvl1pPr>
            <a:lvl2pPr algn="l">
              <a:defRPr sz="2400" b="0">
                <a:solidFill>
                  <a:srgbClr val="000000"/>
                </a:solidFill>
                <a:latin typeface="Arial"/>
                <a:ea typeface="Arial"/>
                <a:cs typeface="Arial"/>
              </a:defRPr>
            </a:lvl2pPr>
            <a:lvl3pPr algn="l">
              <a:defRPr sz="2400" b="0">
                <a:solidFill>
                  <a:srgbClr val="000000"/>
                </a:solidFill>
                <a:latin typeface="Arial"/>
                <a:ea typeface="Arial"/>
                <a:cs typeface="Arial"/>
              </a:defRPr>
            </a:lvl3pPr>
            <a:lvl4pPr algn="l">
              <a:defRPr sz="2400" b="0">
                <a:solidFill>
                  <a:srgbClr val="000000"/>
                </a:solidFill>
                <a:latin typeface="Arial"/>
                <a:ea typeface="Arial"/>
                <a:cs typeface="Arial"/>
              </a:defRPr>
            </a:lvl4pPr>
            <a:lvl5pPr algn="l">
              <a:defRPr sz="2400" b="0">
                <a:solidFill>
                  <a:srgbClr val="000000"/>
                </a:solidFill>
                <a:latin typeface="Arial"/>
                <a:ea typeface="Arial"/>
                <a:cs typeface="Arial"/>
              </a:defRPr>
            </a:lvl5pPr>
            <a:lvl6pPr algn="l">
              <a:defRPr sz="2400" b="0">
                <a:solidFill>
                  <a:srgbClr val="000000"/>
                </a:solidFill>
                <a:latin typeface="Arial"/>
                <a:ea typeface="Arial"/>
                <a:cs typeface="Arial"/>
              </a:defRPr>
            </a:lvl6pPr>
            <a:lvl7pPr algn="l">
              <a:defRPr sz="2400" b="0">
                <a:solidFill>
                  <a:srgbClr val="000000"/>
                </a:solidFill>
                <a:latin typeface="Arial"/>
                <a:ea typeface="Arial"/>
                <a:cs typeface="Arial"/>
              </a:defRPr>
            </a:lvl7pPr>
            <a:lvl8pPr algn="l">
              <a:defRPr sz="2400" b="0">
                <a:solidFill>
                  <a:srgbClr val="000000"/>
                </a:solidFill>
                <a:latin typeface="Arial"/>
                <a:ea typeface="Arial"/>
                <a:cs typeface="Arial"/>
              </a:defRPr>
            </a:lvl8pPr>
            <a:lvl9pPr algn="l">
              <a:defRPr sz="2400" b="0">
                <a:solidFill>
                  <a:srgbClr val="000000"/>
                </a:solidFill>
                <a:latin typeface="Arial"/>
                <a:ea typeface="Arial"/>
                <a:cs typeface="Arial"/>
              </a:defRPr>
            </a:lvl9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SME tender specialists must check obligations against their own company evidence.</a:t>
            </a:r>
          </a:p>
        </p:txBody>
      </p:sp>
      <p:sp>
        <p:nvSpPr>
          <p:cNvPr id="3" name="point-2">
            <a:extLst xmlns:a="http://schemas.openxmlformats.org/drawingml/2006/main">
              <a:ext uri="{FF2B5EF4-FFF2-40B4-BE49-F238E27FC236}">
                <a16:creationId xmlns:a16="http://schemas.microsoft.com/office/drawing/2014/main" id="{294BD1EC-B788-4825-83A9-BDBB2E607D24}"/>
              </a:ext>
            </a:extLst>
          </p:cNvPr>
          <p:cNvSpPr>
            <a:spLocks xmlns:a="http://schemas.openxmlformats.org/drawingml/2006/main" noGrp="1"/>
          </p:cNvSpPr>
          <p:nvPr/>
        </p:nvSpPr>
        <p:spPr>
          <a:xfrm xmlns:a="http://schemas.openxmlformats.org/drawingml/2006/main">
            <a:off x="723900" y="2676525"/>
            <a:ext cx="107442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400" b="0">
                <a:solidFill>
                  <a:srgbClr val="000000"/>
                </a:solidFill>
                <a:latin typeface="Arial"/>
                <a:ea typeface="Arial"/>
                <a:cs typeface="Arial"/>
              </a:defRPr>
            </a:defPPr>
            <a:lvl1pPr algn="l">
              <a:defRPr sz="2400" b="0">
                <a:solidFill>
                  <a:srgbClr val="000000"/>
                </a:solidFill>
                <a:latin typeface="Arial"/>
                <a:ea typeface="Arial"/>
                <a:cs typeface="Arial"/>
              </a:defRPr>
            </a:lvl1pPr>
            <a:lvl2pPr algn="l">
              <a:defRPr sz="2400" b="0">
                <a:solidFill>
                  <a:srgbClr val="000000"/>
                </a:solidFill>
                <a:latin typeface="Arial"/>
                <a:ea typeface="Arial"/>
                <a:cs typeface="Arial"/>
              </a:defRPr>
            </a:lvl2pPr>
            <a:lvl3pPr algn="l">
              <a:defRPr sz="2400" b="0">
                <a:solidFill>
                  <a:srgbClr val="000000"/>
                </a:solidFill>
                <a:latin typeface="Arial"/>
                <a:ea typeface="Arial"/>
                <a:cs typeface="Arial"/>
              </a:defRPr>
            </a:lvl3pPr>
            <a:lvl4pPr algn="l">
              <a:defRPr sz="2400" b="0">
                <a:solidFill>
                  <a:srgbClr val="000000"/>
                </a:solidFill>
                <a:latin typeface="Arial"/>
                <a:ea typeface="Arial"/>
                <a:cs typeface="Arial"/>
              </a:defRPr>
            </a:lvl4pPr>
            <a:lvl5pPr algn="l">
              <a:defRPr sz="2400" b="0">
                <a:solidFill>
                  <a:srgbClr val="000000"/>
                </a:solidFill>
                <a:latin typeface="Arial"/>
                <a:ea typeface="Arial"/>
                <a:cs typeface="Arial"/>
              </a:defRPr>
            </a:lvl5pPr>
            <a:lvl6pPr algn="l">
              <a:defRPr sz="2400" b="0">
                <a:solidFill>
                  <a:srgbClr val="000000"/>
                </a:solidFill>
                <a:latin typeface="Arial"/>
                <a:ea typeface="Arial"/>
                <a:cs typeface="Arial"/>
              </a:defRPr>
            </a:lvl6pPr>
            <a:lvl7pPr algn="l">
              <a:defRPr sz="2400" b="0">
                <a:solidFill>
                  <a:srgbClr val="000000"/>
                </a:solidFill>
                <a:latin typeface="Arial"/>
                <a:ea typeface="Arial"/>
                <a:cs typeface="Arial"/>
              </a:defRPr>
            </a:lvl7pPr>
            <a:lvl8pPr algn="l">
              <a:defRPr sz="2400" b="0">
                <a:solidFill>
                  <a:srgbClr val="000000"/>
                </a:solidFill>
                <a:latin typeface="Arial"/>
                <a:ea typeface="Arial"/>
                <a:cs typeface="Arial"/>
              </a:defRPr>
            </a:lvl8pPr>
            <a:lvl9pPr algn="l">
              <a:defRPr sz="2400" b="0">
                <a:solidFill>
                  <a:srgbClr val="000000"/>
                </a:solidFill>
                <a:latin typeface="Arial"/>
                <a:ea typeface="Arial"/>
                <a:cs typeface="Arial"/>
              </a:defRPr>
            </a:lvl9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Conditions and supporting documents can be distributed across files and revisions.</a:t>
            </a:r>
          </a:p>
        </p:txBody>
      </p:sp>
      <p:sp>
        <p:nvSpPr>
          <p:cNvPr id="4" name="point-3">
            <a:extLst xmlns:a="http://schemas.openxmlformats.org/drawingml/2006/main">
              <a:ext uri="{FF2B5EF4-FFF2-40B4-BE49-F238E27FC236}">
                <a16:creationId xmlns:a16="http://schemas.microsoft.com/office/drawing/2014/main" id="{7A0F695E-145B-4478-8681-01006234B4C8}"/>
              </a:ext>
            </a:extLst>
          </p:cNvPr>
          <p:cNvSpPr>
            <a:spLocks xmlns:a="http://schemas.openxmlformats.org/drawingml/2006/main" noGrp="1"/>
          </p:cNvSpPr>
          <p:nvPr/>
        </p:nvSpPr>
        <p:spPr>
          <a:xfrm xmlns:a="http://schemas.openxmlformats.org/drawingml/2006/main">
            <a:off x="723900" y="3657600"/>
            <a:ext cx="107442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400" b="0">
                <a:solidFill>
                  <a:srgbClr val="000000"/>
                </a:solidFill>
                <a:latin typeface="Arial"/>
                <a:ea typeface="Arial"/>
                <a:cs typeface="Arial"/>
              </a:defRPr>
            </a:defPPr>
            <a:lvl1pPr algn="l">
              <a:defRPr sz="2400" b="0">
                <a:solidFill>
                  <a:srgbClr val="000000"/>
                </a:solidFill>
                <a:latin typeface="Arial"/>
                <a:ea typeface="Arial"/>
                <a:cs typeface="Arial"/>
              </a:defRPr>
            </a:lvl1pPr>
            <a:lvl2pPr algn="l">
              <a:defRPr sz="2400" b="0">
                <a:solidFill>
                  <a:srgbClr val="000000"/>
                </a:solidFill>
                <a:latin typeface="Arial"/>
                <a:ea typeface="Arial"/>
                <a:cs typeface="Arial"/>
              </a:defRPr>
            </a:lvl2pPr>
            <a:lvl3pPr algn="l">
              <a:defRPr sz="2400" b="0">
                <a:solidFill>
                  <a:srgbClr val="000000"/>
                </a:solidFill>
                <a:latin typeface="Arial"/>
                <a:ea typeface="Arial"/>
                <a:cs typeface="Arial"/>
              </a:defRPr>
            </a:lvl3pPr>
            <a:lvl4pPr algn="l">
              <a:defRPr sz="2400" b="0">
                <a:solidFill>
                  <a:srgbClr val="000000"/>
                </a:solidFill>
                <a:latin typeface="Arial"/>
                <a:ea typeface="Arial"/>
                <a:cs typeface="Arial"/>
              </a:defRPr>
            </a:lvl4pPr>
            <a:lvl5pPr algn="l">
              <a:defRPr sz="2400" b="0">
                <a:solidFill>
                  <a:srgbClr val="000000"/>
                </a:solidFill>
                <a:latin typeface="Arial"/>
                <a:ea typeface="Arial"/>
                <a:cs typeface="Arial"/>
              </a:defRPr>
            </a:lvl5pPr>
            <a:lvl6pPr algn="l">
              <a:defRPr sz="2400" b="0">
                <a:solidFill>
                  <a:srgbClr val="000000"/>
                </a:solidFill>
                <a:latin typeface="Arial"/>
                <a:ea typeface="Arial"/>
                <a:cs typeface="Arial"/>
              </a:defRPr>
            </a:lvl6pPr>
            <a:lvl7pPr algn="l">
              <a:defRPr sz="2400" b="0">
                <a:solidFill>
                  <a:srgbClr val="000000"/>
                </a:solidFill>
                <a:latin typeface="Arial"/>
                <a:ea typeface="Arial"/>
                <a:cs typeface="Arial"/>
              </a:defRPr>
            </a:lvl7pPr>
            <a:lvl8pPr algn="l">
              <a:defRPr sz="2400" b="0">
                <a:solidFill>
                  <a:srgbClr val="000000"/>
                </a:solidFill>
                <a:latin typeface="Arial"/>
                <a:ea typeface="Arial"/>
                <a:cs typeface="Arial"/>
              </a:defRPr>
            </a:lvl8pPr>
            <a:lvl9pPr algn="l">
              <a:defRPr sz="2400" b="0">
                <a:solidFill>
                  <a:srgbClr val="000000"/>
                </a:solidFill>
                <a:latin typeface="Arial"/>
                <a:ea typeface="Arial"/>
                <a:cs typeface="Arial"/>
              </a:defRPr>
            </a:lvl9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Three supplied transcripts motivate extraction, matching, visible gaps and human review.</a:t>
            </a:r>
          </a:p>
        </p:txBody>
      </p:sp>
      <p:sp>
        <p:nvSpPr>
          <p:cNvPr id="5" name="point-4">
            <a:extLst xmlns:a="http://schemas.openxmlformats.org/drawingml/2006/main">
              <a:ext uri="{FF2B5EF4-FFF2-40B4-BE49-F238E27FC236}">
                <a16:creationId xmlns:a16="http://schemas.microsoft.com/office/drawing/2014/main" id="{B46C9EFA-6A70-4F09-AD5D-798A9532EF41}"/>
              </a:ext>
            </a:extLst>
          </p:cNvPr>
          <p:cNvSpPr>
            <a:spLocks xmlns:a="http://schemas.openxmlformats.org/drawingml/2006/main" noGrp="1"/>
          </p:cNvSpPr>
          <p:nvPr/>
        </p:nvSpPr>
        <p:spPr>
          <a:xfrm xmlns:a="http://schemas.openxmlformats.org/drawingml/2006/main">
            <a:off x="723900" y="4638675"/>
            <a:ext cx="107442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400" b="0">
                <a:solidFill>
                  <a:srgbClr val="000000"/>
                </a:solidFill>
                <a:latin typeface="Arial"/>
                <a:ea typeface="Arial"/>
                <a:cs typeface="Arial"/>
              </a:defRPr>
            </a:defPPr>
            <a:lvl1pPr algn="l">
              <a:defRPr sz="2400" b="0">
                <a:solidFill>
                  <a:srgbClr val="000000"/>
                </a:solidFill>
                <a:latin typeface="Arial"/>
                <a:ea typeface="Arial"/>
                <a:cs typeface="Arial"/>
              </a:defRPr>
            </a:lvl1pPr>
            <a:lvl2pPr algn="l">
              <a:defRPr sz="2400" b="0">
                <a:solidFill>
                  <a:srgbClr val="000000"/>
                </a:solidFill>
                <a:latin typeface="Arial"/>
                <a:ea typeface="Arial"/>
                <a:cs typeface="Arial"/>
              </a:defRPr>
            </a:lvl2pPr>
            <a:lvl3pPr algn="l">
              <a:defRPr sz="2400" b="0">
                <a:solidFill>
                  <a:srgbClr val="000000"/>
                </a:solidFill>
                <a:latin typeface="Arial"/>
                <a:ea typeface="Arial"/>
                <a:cs typeface="Arial"/>
              </a:defRPr>
            </a:lvl3pPr>
            <a:lvl4pPr algn="l">
              <a:defRPr sz="2400" b="0">
                <a:solidFill>
                  <a:srgbClr val="000000"/>
                </a:solidFill>
                <a:latin typeface="Arial"/>
                <a:ea typeface="Arial"/>
                <a:cs typeface="Arial"/>
              </a:defRPr>
            </a:lvl4pPr>
            <a:lvl5pPr algn="l">
              <a:defRPr sz="2400" b="0">
                <a:solidFill>
                  <a:srgbClr val="000000"/>
                </a:solidFill>
                <a:latin typeface="Arial"/>
                <a:ea typeface="Arial"/>
                <a:cs typeface="Arial"/>
              </a:defRPr>
            </a:lvl5pPr>
            <a:lvl6pPr algn="l">
              <a:defRPr sz="2400" b="0">
                <a:solidFill>
                  <a:srgbClr val="000000"/>
                </a:solidFill>
                <a:latin typeface="Arial"/>
                <a:ea typeface="Arial"/>
                <a:cs typeface="Arial"/>
              </a:defRPr>
            </a:lvl6pPr>
            <a:lvl7pPr algn="l">
              <a:defRPr sz="2400" b="0">
                <a:solidFill>
                  <a:srgbClr val="000000"/>
                </a:solidFill>
                <a:latin typeface="Arial"/>
                <a:ea typeface="Arial"/>
                <a:cs typeface="Arial"/>
              </a:defRPr>
            </a:lvl7pPr>
            <a:lvl8pPr algn="l">
              <a:defRPr sz="2400" b="0">
                <a:solidFill>
                  <a:srgbClr val="000000"/>
                </a:solidFill>
                <a:latin typeface="Arial"/>
                <a:ea typeface="Arial"/>
                <a:cs typeface="Arial"/>
              </a:defRPr>
            </a:lvl8pPr>
            <a:lvl9pPr algn="l">
              <a:defRPr sz="2400" b="0">
                <a:solidFill>
                  <a:srgbClr val="000000"/>
                </a:solidFill>
                <a:latin typeface="Arial"/>
                <a:ea typeface="Arial"/>
                <a:cs typeface="Arial"/>
              </a:defRPr>
            </a:lvl9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Collection context and consent still require confirmation. Time savings are not measured.</a:t>
            </a:r>
          </a:p>
        </p:txBody>
      </p:sp>
      <p:sp>
        <p:nvSpPr>
          <p:cNvPr id="6" name="page">
            <a:extLst xmlns:a="http://schemas.openxmlformats.org/drawingml/2006/main">
              <a:ext uri="{FF2B5EF4-FFF2-40B4-BE49-F238E27FC236}">
                <a16:creationId xmlns:a16="http://schemas.microsoft.com/office/drawing/2014/main" id="{A9C60A78-5E25-4B03-B38C-456EF8F6ECAF}"/>
              </a:ext>
            </a:extLst>
          </p:cNvPr>
          <p:cNvSpPr>
            <a:spLocks xmlns:a="http://schemas.openxmlformats.org/drawingml/2006/main" noGrp="1"/>
          </p:cNvSpPr>
          <p:nvPr/>
        </p:nvSpPr>
        <p:spPr>
          <a:xfrm xmlns:a="http://schemas.openxmlformats.org/drawingml/2006/main">
            <a:off x="11144250" y="62388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0">
                <a:solidFill>
                  <a:srgbClr val="000000"/>
                </a:solidFill>
                <a:latin typeface="Arial"/>
                <a:ea typeface="Arial"/>
                <a:cs typeface="Arial"/>
              </a:defRPr>
            </a:defPPr>
            <a:lvl1pPr algn="l">
              <a:defRPr sz="1500" b="0">
                <a:solidFill>
                  <a:srgbClr val="000000"/>
                </a:solidFill>
                <a:latin typeface="Arial"/>
                <a:ea typeface="Arial"/>
                <a:cs typeface="Arial"/>
              </a:defRPr>
            </a:lvl1pPr>
            <a:lvl2pPr algn="l">
              <a:defRPr sz="1500" b="0">
                <a:solidFill>
                  <a:srgbClr val="000000"/>
                </a:solidFill>
                <a:latin typeface="Arial"/>
                <a:ea typeface="Arial"/>
                <a:cs typeface="Arial"/>
              </a:defRPr>
            </a:lvl2pPr>
            <a:lvl3pPr algn="l">
              <a:defRPr sz="1500" b="0">
                <a:solidFill>
                  <a:srgbClr val="000000"/>
                </a:solidFill>
                <a:latin typeface="Arial"/>
                <a:ea typeface="Arial"/>
                <a:cs typeface="Arial"/>
              </a:defRPr>
            </a:lvl3pPr>
            <a:lvl4pPr algn="l">
              <a:defRPr sz="1500" b="0">
                <a:solidFill>
                  <a:srgbClr val="000000"/>
                </a:solidFill>
                <a:latin typeface="Arial"/>
                <a:ea typeface="Arial"/>
                <a:cs typeface="Arial"/>
              </a:defRPr>
            </a:lvl4pPr>
            <a:lvl5pPr algn="l">
              <a:defRPr sz="1500" b="0">
                <a:solidFill>
                  <a:srgbClr val="000000"/>
                </a:solidFill>
                <a:latin typeface="Arial"/>
                <a:ea typeface="Arial"/>
                <a:cs typeface="Arial"/>
              </a:defRPr>
            </a:lvl5pPr>
            <a:lvl6pPr algn="l">
              <a:defRPr sz="1500" b="0">
                <a:solidFill>
                  <a:srgbClr val="000000"/>
                </a:solidFill>
                <a:latin typeface="Arial"/>
                <a:ea typeface="Arial"/>
                <a:cs typeface="Arial"/>
              </a:defRPr>
            </a:lvl6pPr>
            <a:lvl7pPr algn="l">
              <a:defRPr sz="1500" b="0">
                <a:solidFill>
                  <a:srgbClr val="000000"/>
                </a:solidFill>
                <a:latin typeface="Arial"/>
                <a:ea typeface="Arial"/>
                <a:cs typeface="Arial"/>
              </a:defRPr>
            </a:lvl7pPr>
            <a:lvl8pPr algn="l">
              <a:defRPr sz="1500" b="0">
                <a:solidFill>
                  <a:srgbClr val="000000"/>
                </a:solidFill>
                <a:latin typeface="Arial"/>
                <a:ea typeface="Arial"/>
                <a:cs typeface="Arial"/>
              </a:defRPr>
            </a:lvl8pPr>
            <a:lvl9pPr algn="l">
              <a:defRPr sz="1500" b="0">
                <a:solidFill>
                  <a:srgbClr val="000000"/>
                </a:solidFill>
                <a:latin typeface="Arial"/>
                <a:ea typeface="Arial"/>
                <a:cs typeface="Arial"/>
              </a:defRPr>
            </a:lvl9pPr>
          </a:lstStyle>
          <a:p xmlns:a="http://schemas.openxmlformats.org/drawingml/2006/main">
            <a:pPr algn="l">
              <a:defRPr sz="1500" b="0">
                <a:solidFill>
                  <a:srgbClr val="000000"/>
                </a:solidFill>
                <a:latin typeface="Arial"/>
                <a:ea typeface="Arial"/>
                <a:cs typeface="Arial"/>
              </a:defRPr>
            </a:pPr>
            <a:r>
              <a:rPr sz="1500" b="0">
                <a:solidFill>
                  <a:srgbClr val="000000"/>
                </a:solidFill>
                <a:latin typeface="Arial"/>
                <a:ea typeface="Arial"/>
                <a:cs typeface="Arial"/>
              </a:rPr>
              <a:t>2</a:t>
            </a:r>
          </a:p>
        </p:txBody>
      </p:sp>
    </p:spTree>
    <p:extLst>
      <p:ext uri="{BB962C8B-B14F-4D97-AF65-F5344CB8AC3E}">
        <p14:creationId xmlns:p14="http://schemas.microsoft.com/office/powerpoint/2010/main" val="46388885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E7744C63-626C-435F-A74F-67B93A152EA8}"/>
              </a:ext>
            </a:extLst>
          </p:cNvPr>
          <p:cNvSpPr>
            <a:spLocks xmlns:a="http://schemas.openxmlformats.org/drawingml/2006/main" noGrp="1"/>
          </p:cNvSpPr>
          <p:nvPr/>
        </p:nvSpPr>
        <p:spPr>
          <a:xfrm xmlns:a="http://schemas.openxmlformats.org/drawingml/2006/main">
            <a:off x="723900" y="571500"/>
            <a:ext cx="107442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600" b="1">
                <a:solidFill>
                  <a:srgbClr val="000000"/>
                </a:solidFill>
                <a:latin typeface="Arial"/>
                <a:ea typeface="Arial"/>
                <a:cs typeface="Arial"/>
              </a:defRPr>
            </a:defPPr>
            <a:lvl1pPr algn="l">
              <a:defRPr sz="3600" b="1">
                <a:solidFill>
                  <a:srgbClr val="000000"/>
                </a:solidFill>
                <a:latin typeface="Arial"/>
                <a:ea typeface="Arial"/>
                <a:cs typeface="Arial"/>
              </a:defRPr>
            </a:lvl1pPr>
            <a:lvl2pPr algn="l">
              <a:defRPr sz="3600" b="1">
                <a:solidFill>
                  <a:srgbClr val="000000"/>
                </a:solidFill>
                <a:latin typeface="Arial"/>
                <a:ea typeface="Arial"/>
                <a:cs typeface="Arial"/>
              </a:defRPr>
            </a:lvl2pPr>
            <a:lvl3pPr algn="l">
              <a:defRPr sz="3600" b="1">
                <a:solidFill>
                  <a:srgbClr val="000000"/>
                </a:solidFill>
                <a:latin typeface="Arial"/>
                <a:ea typeface="Arial"/>
                <a:cs typeface="Arial"/>
              </a:defRPr>
            </a:lvl3pPr>
            <a:lvl4pPr algn="l">
              <a:defRPr sz="3600" b="1">
                <a:solidFill>
                  <a:srgbClr val="000000"/>
                </a:solidFill>
                <a:latin typeface="Arial"/>
                <a:ea typeface="Arial"/>
                <a:cs typeface="Arial"/>
              </a:defRPr>
            </a:lvl4pPr>
            <a:lvl5pPr algn="l">
              <a:defRPr sz="3600" b="1">
                <a:solidFill>
                  <a:srgbClr val="000000"/>
                </a:solidFill>
                <a:latin typeface="Arial"/>
                <a:ea typeface="Arial"/>
                <a:cs typeface="Arial"/>
              </a:defRPr>
            </a:lvl5pPr>
            <a:lvl6pPr algn="l">
              <a:defRPr sz="3600" b="1">
                <a:solidFill>
                  <a:srgbClr val="000000"/>
                </a:solidFill>
                <a:latin typeface="Arial"/>
                <a:ea typeface="Arial"/>
                <a:cs typeface="Arial"/>
              </a:defRPr>
            </a:lvl6pPr>
            <a:lvl7pPr algn="l">
              <a:defRPr sz="3600" b="1">
                <a:solidFill>
                  <a:srgbClr val="000000"/>
                </a:solidFill>
                <a:latin typeface="Arial"/>
                <a:ea typeface="Arial"/>
                <a:cs typeface="Arial"/>
              </a:defRPr>
            </a:lvl7pPr>
            <a:lvl8pPr algn="l">
              <a:defRPr sz="3600" b="1">
                <a:solidFill>
                  <a:srgbClr val="000000"/>
                </a:solidFill>
                <a:latin typeface="Arial"/>
                <a:ea typeface="Arial"/>
                <a:cs typeface="Arial"/>
              </a:defRPr>
            </a:lvl8pPr>
            <a:lvl9pPr algn="l">
              <a:defRPr sz="3600" b="1">
                <a:solidFill>
                  <a:srgbClr val="000000"/>
                </a:solidFill>
                <a:latin typeface="Arial"/>
                <a:ea typeface="Arial"/>
                <a:cs typeface="Arial"/>
              </a:defRPr>
            </a:lvl9pPr>
          </a:lstStyle>
          <a:p xmlns:a="http://schemas.openxmlformats.org/drawingml/2006/main">
            <a:pPr algn="l">
              <a:defRPr sz="3600" b="1">
                <a:solidFill>
                  <a:srgbClr val="000000"/>
                </a:solidFill>
                <a:latin typeface="Arial"/>
                <a:ea typeface="Arial"/>
                <a:cs typeface="Arial"/>
              </a:defRPr>
            </a:pPr>
            <a:r>
              <a:rPr sz="3600" b="1">
                <a:solidFill>
                  <a:srgbClr val="000000"/>
                </a:solidFill>
                <a:latin typeface="Arial"/>
                <a:ea typeface="Arial"/>
                <a:cs typeface="Arial"/>
              </a:rPr>
              <a:t>Aim and expected outcomes</a:t>
            </a:r>
          </a:p>
        </p:txBody>
      </p:sp>
      <p:sp>
        <p:nvSpPr>
          <p:cNvPr id="2" name="point-1">
            <a:extLst xmlns:a="http://schemas.openxmlformats.org/drawingml/2006/main">
              <a:ext uri="{FF2B5EF4-FFF2-40B4-BE49-F238E27FC236}">
                <a16:creationId xmlns:a16="http://schemas.microsoft.com/office/drawing/2014/main" id="{ACC9E99C-CFF3-4072-9A32-09575BD6868A}"/>
              </a:ext>
            </a:extLst>
          </p:cNvPr>
          <p:cNvSpPr>
            <a:spLocks xmlns:a="http://schemas.openxmlformats.org/drawingml/2006/main" noGrp="1"/>
          </p:cNvSpPr>
          <p:nvPr/>
        </p:nvSpPr>
        <p:spPr>
          <a:xfrm xmlns:a="http://schemas.openxmlformats.org/drawingml/2006/main">
            <a:off x="723900" y="1695450"/>
            <a:ext cx="107442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400" b="0">
                <a:solidFill>
                  <a:srgbClr val="000000"/>
                </a:solidFill>
                <a:latin typeface="Arial"/>
                <a:ea typeface="Arial"/>
                <a:cs typeface="Arial"/>
              </a:defRPr>
            </a:defPPr>
            <a:lvl1pPr algn="l">
              <a:defRPr sz="2400" b="0">
                <a:solidFill>
                  <a:srgbClr val="000000"/>
                </a:solidFill>
                <a:latin typeface="Arial"/>
                <a:ea typeface="Arial"/>
                <a:cs typeface="Arial"/>
              </a:defRPr>
            </a:lvl1pPr>
            <a:lvl2pPr algn="l">
              <a:defRPr sz="2400" b="0">
                <a:solidFill>
                  <a:srgbClr val="000000"/>
                </a:solidFill>
                <a:latin typeface="Arial"/>
                <a:ea typeface="Arial"/>
                <a:cs typeface="Arial"/>
              </a:defRPr>
            </a:lvl2pPr>
            <a:lvl3pPr algn="l">
              <a:defRPr sz="2400" b="0">
                <a:solidFill>
                  <a:srgbClr val="000000"/>
                </a:solidFill>
                <a:latin typeface="Arial"/>
                <a:ea typeface="Arial"/>
                <a:cs typeface="Arial"/>
              </a:defRPr>
            </a:lvl3pPr>
            <a:lvl4pPr algn="l">
              <a:defRPr sz="2400" b="0">
                <a:solidFill>
                  <a:srgbClr val="000000"/>
                </a:solidFill>
                <a:latin typeface="Arial"/>
                <a:ea typeface="Arial"/>
                <a:cs typeface="Arial"/>
              </a:defRPr>
            </a:lvl4pPr>
            <a:lvl5pPr algn="l">
              <a:defRPr sz="2400" b="0">
                <a:solidFill>
                  <a:srgbClr val="000000"/>
                </a:solidFill>
                <a:latin typeface="Arial"/>
                <a:ea typeface="Arial"/>
                <a:cs typeface="Arial"/>
              </a:defRPr>
            </a:lvl5pPr>
            <a:lvl6pPr algn="l">
              <a:defRPr sz="2400" b="0">
                <a:solidFill>
                  <a:srgbClr val="000000"/>
                </a:solidFill>
                <a:latin typeface="Arial"/>
                <a:ea typeface="Arial"/>
                <a:cs typeface="Arial"/>
              </a:defRPr>
            </a:lvl6pPr>
            <a:lvl7pPr algn="l">
              <a:defRPr sz="2400" b="0">
                <a:solidFill>
                  <a:srgbClr val="000000"/>
                </a:solidFill>
                <a:latin typeface="Arial"/>
                <a:ea typeface="Arial"/>
                <a:cs typeface="Arial"/>
              </a:defRPr>
            </a:lvl7pPr>
            <a:lvl8pPr algn="l">
              <a:defRPr sz="2400" b="0">
                <a:solidFill>
                  <a:srgbClr val="000000"/>
                </a:solidFill>
                <a:latin typeface="Arial"/>
                <a:ea typeface="Arial"/>
                <a:cs typeface="Arial"/>
              </a:defRPr>
            </a:lvl8pPr>
            <a:lvl9pPr algn="l">
              <a:defRPr sz="2400" b="0">
                <a:solidFill>
                  <a:srgbClr val="000000"/>
                </a:solidFill>
                <a:latin typeface="Arial"/>
                <a:ea typeface="Arial"/>
                <a:cs typeface="Arial"/>
              </a:defRPr>
            </a:lvl9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Design, implement and evaluate an evidence-grounded tender analysis platform.</a:t>
            </a:r>
          </a:p>
        </p:txBody>
      </p:sp>
      <p:sp>
        <p:nvSpPr>
          <p:cNvPr id="3" name="point-2">
            <a:extLst xmlns:a="http://schemas.openxmlformats.org/drawingml/2006/main">
              <a:ext uri="{FF2B5EF4-FFF2-40B4-BE49-F238E27FC236}">
                <a16:creationId xmlns:a16="http://schemas.microsoft.com/office/drawing/2014/main" id="{A60E41F1-6731-461A-A546-AA51B17F19D8}"/>
              </a:ext>
            </a:extLst>
          </p:cNvPr>
          <p:cNvSpPr>
            <a:spLocks xmlns:a="http://schemas.openxmlformats.org/drawingml/2006/main" noGrp="1"/>
          </p:cNvSpPr>
          <p:nvPr/>
        </p:nvSpPr>
        <p:spPr>
          <a:xfrm xmlns:a="http://schemas.openxmlformats.org/drawingml/2006/main">
            <a:off x="723900" y="2676525"/>
            <a:ext cx="107442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400" b="0">
                <a:solidFill>
                  <a:srgbClr val="000000"/>
                </a:solidFill>
                <a:latin typeface="Arial"/>
                <a:ea typeface="Arial"/>
                <a:cs typeface="Arial"/>
              </a:defRPr>
            </a:defPPr>
            <a:lvl1pPr algn="l">
              <a:defRPr sz="2400" b="0">
                <a:solidFill>
                  <a:srgbClr val="000000"/>
                </a:solidFill>
                <a:latin typeface="Arial"/>
                <a:ea typeface="Arial"/>
                <a:cs typeface="Arial"/>
              </a:defRPr>
            </a:lvl1pPr>
            <a:lvl2pPr algn="l">
              <a:defRPr sz="2400" b="0">
                <a:solidFill>
                  <a:srgbClr val="000000"/>
                </a:solidFill>
                <a:latin typeface="Arial"/>
                <a:ea typeface="Arial"/>
                <a:cs typeface="Arial"/>
              </a:defRPr>
            </a:lvl2pPr>
            <a:lvl3pPr algn="l">
              <a:defRPr sz="2400" b="0">
                <a:solidFill>
                  <a:srgbClr val="000000"/>
                </a:solidFill>
                <a:latin typeface="Arial"/>
                <a:ea typeface="Arial"/>
                <a:cs typeface="Arial"/>
              </a:defRPr>
            </a:lvl3pPr>
            <a:lvl4pPr algn="l">
              <a:defRPr sz="2400" b="0">
                <a:solidFill>
                  <a:srgbClr val="000000"/>
                </a:solidFill>
                <a:latin typeface="Arial"/>
                <a:ea typeface="Arial"/>
                <a:cs typeface="Arial"/>
              </a:defRPr>
            </a:lvl4pPr>
            <a:lvl5pPr algn="l">
              <a:defRPr sz="2400" b="0">
                <a:solidFill>
                  <a:srgbClr val="000000"/>
                </a:solidFill>
                <a:latin typeface="Arial"/>
                <a:ea typeface="Arial"/>
                <a:cs typeface="Arial"/>
              </a:defRPr>
            </a:lvl5pPr>
            <a:lvl6pPr algn="l">
              <a:defRPr sz="2400" b="0">
                <a:solidFill>
                  <a:srgbClr val="000000"/>
                </a:solidFill>
                <a:latin typeface="Arial"/>
                <a:ea typeface="Arial"/>
                <a:cs typeface="Arial"/>
              </a:defRPr>
            </a:lvl6pPr>
            <a:lvl7pPr algn="l">
              <a:defRPr sz="2400" b="0">
                <a:solidFill>
                  <a:srgbClr val="000000"/>
                </a:solidFill>
                <a:latin typeface="Arial"/>
                <a:ea typeface="Arial"/>
                <a:cs typeface="Arial"/>
              </a:defRPr>
            </a:lvl7pPr>
            <a:lvl8pPr algn="l">
              <a:defRPr sz="2400" b="0">
                <a:solidFill>
                  <a:srgbClr val="000000"/>
                </a:solidFill>
                <a:latin typeface="Arial"/>
                <a:ea typeface="Arial"/>
                <a:cs typeface="Arial"/>
              </a:defRPr>
            </a:lvl8pPr>
            <a:lvl9pPr algn="l">
              <a:defRPr sz="2400" b="0">
                <a:solidFill>
                  <a:srgbClr val="000000"/>
                </a:solidFill>
                <a:latin typeface="Arial"/>
                <a:ea typeface="Arial"/>
                <a:cs typeface="Arial"/>
              </a:defRPr>
            </a:lvl9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Extract requirements and compare them with selected company documents.</a:t>
            </a:r>
          </a:p>
        </p:txBody>
      </p:sp>
      <p:sp>
        <p:nvSpPr>
          <p:cNvPr id="4" name="point-3">
            <a:extLst xmlns:a="http://schemas.openxmlformats.org/drawingml/2006/main">
              <a:ext uri="{FF2B5EF4-FFF2-40B4-BE49-F238E27FC236}">
                <a16:creationId xmlns:a16="http://schemas.microsoft.com/office/drawing/2014/main" id="{DD01A486-380B-4E71-9D7E-CC03C8773DAF}"/>
              </a:ext>
            </a:extLst>
          </p:cNvPr>
          <p:cNvSpPr>
            <a:spLocks xmlns:a="http://schemas.openxmlformats.org/drawingml/2006/main" noGrp="1"/>
          </p:cNvSpPr>
          <p:nvPr/>
        </p:nvSpPr>
        <p:spPr>
          <a:xfrm xmlns:a="http://schemas.openxmlformats.org/drawingml/2006/main">
            <a:off x="723900" y="3657600"/>
            <a:ext cx="107442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400" b="0">
                <a:solidFill>
                  <a:srgbClr val="000000"/>
                </a:solidFill>
                <a:latin typeface="Arial"/>
                <a:ea typeface="Arial"/>
                <a:cs typeface="Arial"/>
              </a:defRPr>
            </a:defPPr>
            <a:lvl1pPr algn="l">
              <a:defRPr sz="2400" b="0">
                <a:solidFill>
                  <a:srgbClr val="000000"/>
                </a:solidFill>
                <a:latin typeface="Arial"/>
                <a:ea typeface="Arial"/>
                <a:cs typeface="Arial"/>
              </a:defRPr>
            </a:lvl1pPr>
            <a:lvl2pPr algn="l">
              <a:defRPr sz="2400" b="0">
                <a:solidFill>
                  <a:srgbClr val="000000"/>
                </a:solidFill>
                <a:latin typeface="Arial"/>
                <a:ea typeface="Arial"/>
                <a:cs typeface="Arial"/>
              </a:defRPr>
            </a:lvl2pPr>
            <a:lvl3pPr algn="l">
              <a:defRPr sz="2400" b="0">
                <a:solidFill>
                  <a:srgbClr val="000000"/>
                </a:solidFill>
                <a:latin typeface="Arial"/>
                <a:ea typeface="Arial"/>
                <a:cs typeface="Arial"/>
              </a:defRPr>
            </a:lvl3pPr>
            <a:lvl4pPr algn="l">
              <a:defRPr sz="2400" b="0">
                <a:solidFill>
                  <a:srgbClr val="000000"/>
                </a:solidFill>
                <a:latin typeface="Arial"/>
                <a:ea typeface="Arial"/>
                <a:cs typeface="Arial"/>
              </a:defRPr>
            </a:lvl4pPr>
            <a:lvl5pPr algn="l">
              <a:defRPr sz="2400" b="0">
                <a:solidFill>
                  <a:srgbClr val="000000"/>
                </a:solidFill>
                <a:latin typeface="Arial"/>
                <a:ea typeface="Arial"/>
                <a:cs typeface="Arial"/>
              </a:defRPr>
            </a:lvl5pPr>
            <a:lvl6pPr algn="l">
              <a:defRPr sz="2400" b="0">
                <a:solidFill>
                  <a:srgbClr val="000000"/>
                </a:solidFill>
                <a:latin typeface="Arial"/>
                <a:ea typeface="Arial"/>
                <a:cs typeface="Arial"/>
              </a:defRPr>
            </a:lvl6pPr>
            <a:lvl7pPr algn="l">
              <a:defRPr sz="2400" b="0">
                <a:solidFill>
                  <a:srgbClr val="000000"/>
                </a:solidFill>
                <a:latin typeface="Arial"/>
                <a:ea typeface="Arial"/>
                <a:cs typeface="Arial"/>
              </a:defRPr>
            </a:lvl7pPr>
            <a:lvl8pPr algn="l">
              <a:defRPr sz="2400" b="0">
                <a:solidFill>
                  <a:srgbClr val="000000"/>
                </a:solidFill>
                <a:latin typeface="Arial"/>
                <a:ea typeface="Arial"/>
                <a:cs typeface="Arial"/>
              </a:defRPr>
            </a:lvl8pPr>
            <a:lvl9pPr algn="l">
              <a:defRPr sz="2400" b="0">
                <a:solidFill>
                  <a:srgbClr val="000000"/>
                </a:solidFill>
                <a:latin typeface="Arial"/>
                <a:ea typeface="Arial"/>
                <a:cs typeface="Arial"/>
              </a:defRPr>
            </a:lvl9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Preserve citations, uncertainty and the history of inputs and human reviews.</a:t>
            </a:r>
          </a:p>
        </p:txBody>
      </p:sp>
      <p:sp>
        <p:nvSpPr>
          <p:cNvPr id="5" name="point-4">
            <a:extLst xmlns:a="http://schemas.openxmlformats.org/drawingml/2006/main">
              <a:ext uri="{FF2B5EF4-FFF2-40B4-BE49-F238E27FC236}">
                <a16:creationId xmlns:a16="http://schemas.microsoft.com/office/drawing/2014/main" id="{3DE5FBDF-D12A-4162-A411-450FBD1C442E}"/>
              </a:ext>
            </a:extLst>
          </p:cNvPr>
          <p:cNvSpPr>
            <a:spLocks xmlns:a="http://schemas.openxmlformats.org/drawingml/2006/main" noGrp="1"/>
          </p:cNvSpPr>
          <p:nvPr/>
        </p:nvSpPr>
        <p:spPr>
          <a:xfrm xmlns:a="http://schemas.openxmlformats.org/drawingml/2006/main">
            <a:off x="723900" y="4638675"/>
            <a:ext cx="107442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400" b="0">
                <a:solidFill>
                  <a:srgbClr val="000000"/>
                </a:solidFill>
                <a:latin typeface="Arial"/>
                <a:ea typeface="Arial"/>
                <a:cs typeface="Arial"/>
              </a:defRPr>
            </a:defPPr>
            <a:lvl1pPr algn="l">
              <a:defRPr sz="2400" b="0">
                <a:solidFill>
                  <a:srgbClr val="000000"/>
                </a:solidFill>
                <a:latin typeface="Arial"/>
                <a:ea typeface="Arial"/>
                <a:cs typeface="Arial"/>
              </a:defRPr>
            </a:lvl1pPr>
            <a:lvl2pPr algn="l">
              <a:defRPr sz="2400" b="0">
                <a:solidFill>
                  <a:srgbClr val="000000"/>
                </a:solidFill>
                <a:latin typeface="Arial"/>
                <a:ea typeface="Arial"/>
                <a:cs typeface="Arial"/>
              </a:defRPr>
            </a:lvl2pPr>
            <a:lvl3pPr algn="l">
              <a:defRPr sz="2400" b="0">
                <a:solidFill>
                  <a:srgbClr val="000000"/>
                </a:solidFill>
                <a:latin typeface="Arial"/>
                <a:ea typeface="Arial"/>
                <a:cs typeface="Arial"/>
              </a:defRPr>
            </a:lvl3pPr>
            <a:lvl4pPr algn="l">
              <a:defRPr sz="2400" b="0">
                <a:solidFill>
                  <a:srgbClr val="000000"/>
                </a:solidFill>
                <a:latin typeface="Arial"/>
                <a:ea typeface="Arial"/>
                <a:cs typeface="Arial"/>
              </a:defRPr>
            </a:lvl4pPr>
            <a:lvl5pPr algn="l">
              <a:defRPr sz="2400" b="0">
                <a:solidFill>
                  <a:srgbClr val="000000"/>
                </a:solidFill>
                <a:latin typeface="Arial"/>
                <a:ea typeface="Arial"/>
                <a:cs typeface="Arial"/>
              </a:defRPr>
            </a:lvl5pPr>
            <a:lvl6pPr algn="l">
              <a:defRPr sz="2400" b="0">
                <a:solidFill>
                  <a:srgbClr val="000000"/>
                </a:solidFill>
                <a:latin typeface="Arial"/>
                <a:ea typeface="Arial"/>
                <a:cs typeface="Arial"/>
              </a:defRPr>
            </a:lvl6pPr>
            <a:lvl7pPr algn="l">
              <a:defRPr sz="2400" b="0">
                <a:solidFill>
                  <a:srgbClr val="000000"/>
                </a:solidFill>
                <a:latin typeface="Arial"/>
                <a:ea typeface="Arial"/>
                <a:cs typeface="Arial"/>
              </a:defRPr>
            </a:lvl7pPr>
            <a:lvl8pPr algn="l">
              <a:defRPr sz="2400" b="0">
                <a:solidFill>
                  <a:srgbClr val="000000"/>
                </a:solidFill>
                <a:latin typeface="Arial"/>
                <a:ea typeface="Arial"/>
                <a:cs typeface="Arial"/>
              </a:defRPr>
            </a:lvl8pPr>
            <a:lvl9pPr algn="l">
              <a:defRPr sz="2400" b="0">
                <a:solidFill>
                  <a:srgbClr val="000000"/>
                </a:solidFill>
                <a:latin typeface="Arial"/>
                <a:ea typeface="Arial"/>
                <a:cs typeface="Arial"/>
              </a:defRPr>
            </a:lvl9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Enforce access and processing boundaries, then measure quality and resource use.</a:t>
            </a:r>
          </a:p>
        </p:txBody>
      </p:sp>
      <p:sp>
        <p:nvSpPr>
          <p:cNvPr id="6" name="page">
            <a:extLst xmlns:a="http://schemas.openxmlformats.org/drawingml/2006/main">
              <a:ext uri="{FF2B5EF4-FFF2-40B4-BE49-F238E27FC236}">
                <a16:creationId xmlns:a16="http://schemas.microsoft.com/office/drawing/2014/main" id="{4452EF74-8492-4AF9-85FB-CC135FB10955}"/>
              </a:ext>
            </a:extLst>
          </p:cNvPr>
          <p:cNvSpPr>
            <a:spLocks xmlns:a="http://schemas.openxmlformats.org/drawingml/2006/main" noGrp="1"/>
          </p:cNvSpPr>
          <p:nvPr/>
        </p:nvSpPr>
        <p:spPr>
          <a:xfrm xmlns:a="http://schemas.openxmlformats.org/drawingml/2006/main">
            <a:off x="11144250" y="62388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0">
                <a:solidFill>
                  <a:srgbClr val="000000"/>
                </a:solidFill>
                <a:latin typeface="Arial"/>
                <a:ea typeface="Arial"/>
                <a:cs typeface="Arial"/>
              </a:defRPr>
            </a:defPPr>
            <a:lvl1pPr algn="l">
              <a:defRPr sz="1500" b="0">
                <a:solidFill>
                  <a:srgbClr val="000000"/>
                </a:solidFill>
                <a:latin typeface="Arial"/>
                <a:ea typeface="Arial"/>
                <a:cs typeface="Arial"/>
              </a:defRPr>
            </a:lvl1pPr>
            <a:lvl2pPr algn="l">
              <a:defRPr sz="1500" b="0">
                <a:solidFill>
                  <a:srgbClr val="000000"/>
                </a:solidFill>
                <a:latin typeface="Arial"/>
                <a:ea typeface="Arial"/>
                <a:cs typeface="Arial"/>
              </a:defRPr>
            </a:lvl2pPr>
            <a:lvl3pPr algn="l">
              <a:defRPr sz="1500" b="0">
                <a:solidFill>
                  <a:srgbClr val="000000"/>
                </a:solidFill>
                <a:latin typeface="Arial"/>
                <a:ea typeface="Arial"/>
                <a:cs typeface="Arial"/>
              </a:defRPr>
            </a:lvl3pPr>
            <a:lvl4pPr algn="l">
              <a:defRPr sz="1500" b="0">
                <a:solidFill>
                  <a:srgbClr val="000000"/>
                </a:solidFill>
                <a:latin typeface="Arial"/>
                <a:ea typeface="Arial"/>
                <a:cs typeface="Arial"/>
              </a:defRPr>
            </a:lvl4pPr>
            <a:lvl5pPr algn="l">
              <a:defRPr sz="1500" b="0">
                <a:solidFill>
                  <a:srgbClr val="000000"/>
                </a:solidFill>
                <a:latin typeface="Arial"/>
                <a:ea typeface="Arial"/>
                <a:cs typeface="Arial"/>
              </a:defRPr>
            </a:lvl5pPr>
            <a:lvl6pPr algn="l">
              <a:defRPr sz="1500" b="0">
                <a:solidFill>
                  <a:srgbClr val="000000"/>
                </a:solidFill>
                <a:latin typeface="Arial"/>
                <a:ea typeface="Arial"/>
                <a:cs typeface="Arial"/>
              </a:defRPr>
            </a:lvl6pPr>
            <a:lvl7pPr algn="l">
              <a:defRPr sz="1500" b="0">
                <a:solidFill>
                  <a:srgbClr val="000000"/>
                </a:solidFill>
                <a:latin typeface="Arial"/>
                <a:ea typeface="Arial"/>
                <a:cs typeface="Arial"/>
              </a:defRPr>
            </a:lvl7pPr>
            <a:lvl8pPr algn="l">
              <a:defRPr sz="1500" b="0">
                <a:solidFill>
                  <a:srgbClr val="000000"/>
                </a:solidFill>
                <a:latin typeface="Arial"/>
                <a:ea typeface="Arial"/>
                <a:cs typeface="Arial"/>
              </a:defRPr>
            </a:lvl8pPr>
            <a:lvl9pPr algn="l">
              <a:defRPr sz="1500" b="0">
                <a:solidFill>
                  <a:srgbClr val="000000"/>
                </a:solidFill>
                <a:latin typeface="Arial"/>
                <a:ea typeface="Arial"/>
                <a:cs typeface="Arial"/>
              </a:defRPr>
            </a:lvl9pPr>
          </a:lstStyle>
          <a:p xmlns:a="http://schemas.openxmlformats.org/drawingml/2006/main">
            <a:pPr algn="l">
              <a:defRPr sz="1500" b="0">
                <a:solidFill>
                  <a:srgbClr val="000000"/>
                </a:solidFill>
                <a:latin typeface="Arial"/>
                <a:ea typeface="Arial"/>
                <a:cs typeface="Arial"/>
              </a:defRPr>
            </a:pPr>
            <a:r>
              <a:rPr sz="1500" b="0">
                <a:solidFill>
                  <a:srgbClr val="000000"/>
                </a:solidFill>
                <a:latin typeface="Arial"/>
                <a:ea typeface="Arial"/>
                <a:cs typeface="Arial"/>
              </a:rPr>
              <a:t>3</a:t>
            </a:r>
          </a:p>
        </p:txBody>
      </p:sp>
    </p:spTree>
    <p:extLst>
      <p:ext uri="{BB962C8B-B14F-4D97-AF65-F5344CB8AC3E}">
        <p14:creationId xmlns:p14="http://schemas.microsoft.com/office/powerpoint/2010/main" val="8481671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51352386-7F55-41D3-BAF8-1EF8CCE712B0}"/>
              </a:ext>
            </a:extLst>
          </p:cNvPr>
          <p:cNvSpPr>
            <a:spLocks xmlns:a="http://schemas.openxmlformats.org/drawingml/2006/main" noGrp="1"/>
          </p:cNvSpPr>
          <p:nvPr/>
        </p:nvSpPr>
        <p:spPr>
          <a:xfrm xmlns:a="http://schemas.openxmlformats.org/drawingml/2006/main">
            <a:off x="723900" y="571500"/>
            <a:ext cx="107442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600" b="1">
                <a:solidFill>
                  <a:srgbClr val="000000"/>
                </a:solidFill>
                <a:latin typeface="Arial"/>
                <a:ea typeface="Arial"/>
                <a:cs typeface="Arial"/>
              </a:defRPr>
            </a:defPPr>
            <a:lvl1pPr algn="l">
              <a:defRPr sz="3600" b="1">
                <a:solidFill>
                  <a:srgbClr val="000000"/>
                </a:solidFill>
                <a:latin typeface="Arial"/>
                <a:ea typeface="Arial"/>
                <a:cs typeface="Arial"/>
              </a:defRPr>
            </a:lvl1pPr>
            <a:lvl2pPr algn="l">
              <a:defRPr sz="3600" b="1">
                <a:solidFill>
                  <a:srgbClr val="000000"/>
                </a:solidFill>
                <a:latin typeface="Arial"/>
                <a:ea typeface="Arial"/>
                <a:cs typeface="Arial"/>
              </a:defRPr>
            </a:lvl2pPr>
            <a:lvl3pPr algn="l">
              <a:defRPr sz="3600" b="1">
                <a:solidFill>
                  <a:srgbClr val="000000"/>
                </a:solidFill>
                <a:latin typeface="Arial"/>
                <a:ea typeface="Arial"/>
                <a:cs typeface="Arial"/>
              </a:defRPr>
            </a:lvl3pPr>
            <a:lvl4pPr algn="l">
              <a:defRPr sz="3600" b="1">
                <a:solidFill>
                  <a:srgbClr val="000000"/>
                </a:solidFill>
                <a:latin typeface="Arial"/>
                <a:ea typeface="Arial"/>
                <a:cs typeface="Arial"/>
              </a:defRPr>
            </a:lvl4pPr>
            <a:lvl5pPr algn="l">
              <a:defRPr sz="3600" b="1">
                <a:solidFill>
                  <a:srgbClr val="000000"/>
                </a:solidFill>
                <a:latin typeface="Arial"/>
                <a:ea typeface="Arial"/>
                <a:cs typeface="Arial"/>
              </a:defRPr>
            </a:lvl5pPr>
            <a:lvl6pPr algn="l">
              <a:defRPr sz="3600" b="1">
                <a:solidFill>
                  <a:srgbClr val="000000"/>
                </a:solidFill>
                <a:latin typeface="Arial"/>
                <a:ea typeface="Arial"/>
                <a:cs typeface="Arial"/>
              </a:defRPr>
            </a:lvl6pPr>
            <a:lvl7pPr algn="l">
              <a:defRPr sz="3600" b="1">
                <a:solidFill>
                  <a:srgbClr val="000000"/>
                </a:solidFill>
                <a:latin typeface="Arial"/>
                <a:ea typeface="Arial"/>
                <a:cs typeface="Arial"/>
              </a:defRPr>
            </a:lvl7pPr>
            <a:lvl8pPr algn="l">
              <a:defRPr sz="3600" b="1">
                <a:solidFill>
                  <a:srgbClr val="000000"/>
                </a:solidFill>
                <a:latin typeface="Arial"/>
                <a:ea typeface="Arial"/>
                <a:cs typeface="Arial"/>
              </a:defRPr>
            </a:lvl8pPr>
            <a:lvl9pPr algn="l">
              <a:defRPr sz="3600" b="1">
                <a:solidFill>
                  <a:srgbClr val="000000"/>
                </a:solidFill>
                <a:latin typeface="Arial"/>
                <a:ea typeface="Arial"/>
                <a:cs typeface="Arial"/>
              </a:defRPr>
            </a:lvl9pPr>
          </a:lstStyle>
          <a:p xmlns:a="http://schemas.openxmlformats.org/drawingml/2006/main">
            <a:pPr algn="l">
              <a:defRPr sz="3600" b="1">
                <a:solidFill>
                  <a:srgbClr val="000000"/>
                </a:solidFill>
                <a:latin typeface="Arial"/>
                <a:ea typeface="Arial"/>
                <a:cs typeface="Arial"/>
              </a:defRPr>
            </a:pPr>
            <a:r>
              <a:rPr sz="3600" b="1">
                <a:solidFill>
                  <a:srgbClr val="000000"/>
                </a:solidFill>
                <a:latin typeface="Arial"/>
                <a:ea typeface="Arial"/>
                <a:cs typeface="Arial"/>
              </a:rPr>
              <a:t>Core workflow</a:t>
            </a:r>
          </a:p>
        </p:txBody>
      </p:sp>
      <p:sp>
        <p:nvSpPr>
          <p:cNvPr id="2" name="point-1">
            <a:extLst xmlns:a="http://schemas.openxmlformats.org/drawingml/2006/main">
              <a:ext uri="{FF2B5EF4-FFF2-40B4-BE49-F238E27FC236}">
                <a16:creationId xmlns:a16="http://schemas.microsoft.com/office/drawing/2014/main" id="{3C71AF90-4DA2-47C9-B115-808215AEE65D}"/>
              </a:ext>
            </a:extLst>
          </p:cNvPr>
          <p:cNvSpPr>
            <a:spLocks xmlns:a="http://schemas.openxmlformats.org/drawingml/2006/main" noGrp="1"/>
          </p:cNvSpPr>
          <p:nvPr/>
        </p:nvSpPr>
        <p:spPr>
          <a:xfrm xmlns:a="http://schemas.openxmlformats.org/drawingml/2006/main">
            <a:off x="723900" y="1695450"/>
            <a:ext cx="107442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400" b="0">
                <a:solidFill>
                  <a:srgbClr val="000000"/>
                </a:solidFill>
                <a:latin typeface="Arial"/>
                <a:ea typeface="Arial"/>
                <a:cs typeface="Arial"/>
              </a:defRPr>
            </a:defPPr>
            <a:lvl1pPr algn="l">
              <a:defRPr sz="2400" b="0">
                <a:solidFill>
                  <a:srgbClr val="000000"/>
                </a:solidFill>
                <a:latin typeface="Arial"/>
                <a:ea typeface="Arial"/>
                <a:cs typeface="Arial"/>
              </a:defRPr>
            </a:lvl1pPr>
            <a:lvl2pPr algn="l">
              <a:defRPr sz="2400" b="0">
                <a:solidFill>
                  <a:srgbClr val="000000"/>
                </a:solidFill>
                <a:latin typeface="Arial"/>
                <a:ea typeface="Arial"/>
                <a:cs typeface="Arial"/>
              </a:defRPr>
            </a:lvl2pPr>
            <a:lvl3pPr algn="l">
              <a:defRPr sz="2400" b="0">
                <a:solidFill>
                  <a:srgbClr val="000000"/>
                </a:solidFill>
                <a:latin typeface="Arial"/>
                <a:ea typeface="Arial"/>
                <a:cs typeface="Arial"/>
              </a:defRPr>
            </a:lvl3pPr>
            <a:lvl4pPr algn="l">
              <a:defRPr sz="2400" b="0">
                <a:solidFill>
                  <a:srgbClr val="000000"/>
                </a:solidFill>
                <a:latin typeface="Arial"/>
                <a:ea typeface="Arial"/>
                <a:cs typeface="Arial"/>
              </a:defRPr>
            </a:lvl4pPr>
            <a:lvl5pPr algn="l">
              <a:defRPr sz="2400" b="0">
                <a:solidFill>
                  <a:srgbClr val="000000"/>
                </a:solidFill>
                <a:latin typeface="Arial"/>
                <a:ea typeface="Arial"/>
                <a:cs typeface="Arial"/>
              </a:defRPr>
            </a:lvl5pPr>
            <a:lvl6pPr algn="l">
              <a:defRPr sz="2400" b="0">
                <a:solidFill>
                  <a:srgbClr val="000000"/>
                </a:solidFill>
                <a:latin typeface="Arial"/>
                <a:ea typeface="Arial"/>
                <a:cs typeface="Arial"/>
              </a:defRPr>
            </a:lvl6pPr>
            <a:lvl7pPr algn="l">
              <a:defRPr sz="2400" b="0">
                <a:solidFill>
                  <a:srgbClr val="000000"/>
                </a:solidFill>
                <a:latin typeface="Arial"/>
                <a:ea typeface="Arial"/>
                <a:cs typeface="Arial"/>
              </a:defRPr>
            </a:lvl7pPr>
            <a:lvl8pPr algn="l">
              <a:defRPr sz="2400" b="0">
                <a:solidFill>
                  <a:srgbClr val="000000"/>
                </a:solidFill>
                <a:latin typeface="Arial"/>
                <a:ea typeface="Arial"/>
                <a:cs typeface="Arial"/>
              </a:defRPr>
            </a:lvl8pPr>
            <a:lvl9pPr algn="l">
              <a:defRPr sz="2400" b="0">
                <a:solidFill>
                  <a:srgbClr val="000000"/>
                </a:solidFill>
                <a:latin typeface="Arial"/>
                <a:ea typeface="Arial"/>
                <a:cs typeface="Arial"/>
              </a:defRPr>
            </a:lvl9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An analyst selects an organization, company profile and supporting evidence.</a:t>
            </a:r>
          </a:p>
        </p:txBody>
      </p:sp>
      <p:sp>
        <p:nvSpPr>
          <p:cNvPr id="3" name="point-2">
            <a:extLst xmlns:a="http://schemas.openxmlformats.org/drawingml/2006/main">
              <a:ext uri="{FF2B5EF4-FFF2-40B4-BE49-F238E27FC236}">
                <a16:creationId xmlns:a16="http://schemas.microsoft.com/office/drawing/2014/main" id="{F06F789B-5919-46D8-B954-9E75160A26FE}"/>
              </a:ext>
            </a:extLst>
          </p:cNvPr>
          <p:cNvSpPr>
            <a:spLocks xmlns:a="http://schemas.openxmlformats.org/drawingml/2006/main" noGrp="1"/>
          </p:cNvSpPr>
          <p:nvPr/>
        </p:nvSpPr>
        <p:spPr>
          <a:xfrm xmlns:a="http://schemas.openxmlformats.org/drawingml/2006/main">
            <a:off x="723900" y="2676525"/>
            <a:ext cx="107442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400" b="0">
                <a:solidFill>
                  <a:srgbClr val="000000"/>
                </a:solidFill>
                <a:latin typeface="Arial"/>
                <a:ea typeface="Arial"/>
                <a:cs typeface="Arial"/>
              </a:defRPr>
            </a:defPPr>
            <a:lvl1pPr algn="l">
              <a:defRPr sz="2400" b="0">
                <a:solidFill>
                  <a:srgbClr val="000000"/>
                </a:solidFill>
                <a:latin typeface="Arial"/>
                <a:ea typeface="Arial"/>
                <a:cs typeface="Arial"/>
              </a:defRPr>
            </a:lvl1pPr>
            <a:lvl2pPr algn="l">
              <a:defRPr sz="2400" b="0">
                <a:solidFill>
                  <a:srgbClr val="000000"/>
                </a:solidFill>
                <a:latin typeface="Arial"/>
                <a:ea typeface="Arial"/>
                <a:cs typeface="Arial"/>
              </a:defRPr>
            </a:lvl2pPr>
            <a:lvl3pPr algn="l">
              <a:defRPr sz="2400" b="0">
                <a:solidFill>
                  <a:srgbClr val="000000"/>
                </a:solidFill>
                <a:latin typeface="Arial"/>
                <a:ea typeface="Arial"/>
                <a:cs typeface="Arial"/>
              </a:defRPr>
            </a:lvl3pPr>
            <a:lvl4pPr algn="l">
              <a:defRPr sz="2400" b="0">
                <a:solidFill>
                  <a:srgbClr val="000000"/>
                </a:solidFill>
                <a:latin typeface="Arial"/>
                <a:ea typeface="Arial"/>
                <a:cs typeface="Arial"/>
              </a:defRPr>
            </a:lvl4pPr>
            <a:lvl5pPr algn="l">
              <a:defRPr sz="2400" b="0">
                <a:solidFill>
                  <a:srgbClr val="000000"/>
                </a:solidFill>
                <a:latin typeface="Arial"/>
                <a:ea typeface="Arial"/>
                <a:cs typeface="Arial"/>
              </a:defRPr>
            </a:lvl5pPr>
            <a:lvl6pPr algn="l">
              <a:defRPr sz="2400" b="0">
                <a:solidFill>
                  <a:srgbClr val="000000"/>
                </a:solidFill>
                <a:latin typeface="Arial"/>
                <a:ea typeface="Arial"/>
                <a:cs typeface="Arial"/>
              </a:defRPr>
            </a:lvl6pPr>
            <a:lvl7pPr algn="l">
              <a:defRPr sz="2400" b="0">
                <a:solidFill>
                  <a:srgbClr val="000000"/>
                </a:solidFill>
                <a:latin typeface="Arial"/>
                <a:ea typeface="Arial"/>
                <a:cs typeface="Arial"/>
              </a:defRPr>
            </a:lvl7pPr>
            <a:lvl8pPr algn="l">
              <a:defRPr sz="2400" b="0">
                <a:solidFill>
                  <a:srgbClr val="000000"/>
                </a:solidFill>
                <a:latin typeface="Arial"/>
                <a:ea typeface="Arial"/>
                <a:cs typeface="Arial"/>
              </a:defRPr>
            </a:lvl8pPr>
            <a:lvl9pPr algn="l">
              <a:defRPr sz="2400" b="0">
                <a:solidFill>
                  <a:srgbClr val="000000"/>
                </a:solidFill>
                <a:latin typeface="Arial"/>
                <a:ea typeface="Arial"/>
                <a:cs typeface="Arial"/>
              </a:defRPr>
            </a:lvl9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The platform ingests a tender and records exact document versions for a run.</a:t>
            </a:r>
          </a:p>
        </p:txBody>
      </p:sp>
      <p:sp>
        <p:nvSpPr>
          <p:cNvPr id="4" name="point-3">
            <a:extLst xmlns:a="http://schemas.openxmlformats.org/drawingml/2006/main">
              <a:ext uri="{FF2B5EF4-FFF2-40B4-BE49-F238E27FC236}">
                <a16:creationId xmlns:a16="http://schemas.microsoft.com/office/drawing/2014/main" id="{88B79FD5-B4E7-401F-A0FD-0AF2415CD900}"/>
              </a:ext>
            </a:extLst>
          </p:cNvPr>
          <p:cNvSpPr>
            <a:spLocks xmlns:a="http://schemas.openxmlformats.org/drawingml/2006/main" noGrp="1"/>
          </p:cNvSpPr>
          <p:nvPr/>
        </p:nvSpPr>
        <p:spPr>
          <a:xfrm xmlns:a="http://schemas.openxmlformats.org/drawingml/2006/main">
            <a:off x="723900" y="3657600"/>
            <a:ext cx="107442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400" b="0">
                <a:solidFill>
                  <a:srgbClr val="000000"/>
                </a:solidFill>
                <a:latin typeface="Arial"/>
                <a:ea typeface="Arial"/>
                <a:cs typeface="Arial"/>
              </a:defRPr>
            </a:defPPr>
            <a:lvl1pPr algn="l">
              <a:defRPr sz="2400" b="0">
                <a:solidFill>
                  <a:srgbClr val="000000"/>
                </a:solidFill>
                <a:latin typeface="Arial"/>
                <a:ea typeface="Arial"/>
                <a:cs typeface="Arial"/>
              </a:defRPr>
            </a:lvl1pPr>
            <a:lvl2pPr algn="l">
              <a:defRPr sz="2400" b="0">
                <a:solidFill>
                  <a:srgbClr val="000000"/>
                </a:solidFill>
                <a:latin typeface="Arial"/>
                <a:ea typeface="Arial"/>
                <a:cs typeface="Arial"/>
              </a:defRPr>
            </a:lvl2pPr>
            <a:lvl3pPr algn="l">
              <a:defRPr sz="2400" b="0">
                <a:solidFill>
                  <a:srgbClr val="000000"/>
                </a:solidFill>
                <a:latin typeface="Arial"/>
                <a:ea typeface="Arial"/>
                <a:cs typeface="Arial"/>
              </a:defRPr>
            </a:lvl3pPr>
            <a:lvl4pPr algn="l">
              <a:defRPr sz="2400" b="0">
                <a:solidFill>
                  <a:srgbClr val="000000"/>
                </a:solidFill>
                <a:latin typeface="Arial"/>
                <a:ea typeface="Arial"/>
                <a:cs typeface="Arial"/>
              </a:defRPr>
            </a:lvl4pPr>
            <a:lvl5pPr algn="l">
              <a:defRPr sz="2400" b="0">
                <a:solidFill>
                  <a:srgbClr val="000000"/>
                </a:solidFill>
                <a:latin typeface="Arial"/>
                <a:ea typeface="Arial"/>
                <a:cs typeface="Arial"/>
              </a:defRPr>
            </a:lvl5pPr>
            <a:lvl6pPr algn="l">
              <a:defRPr sz="2400" b="0">
                <a:solidFill>
                  <a:srgbClr val="000000"/>
                </a:solidFill>
                <a:latin typeface="Arial"/>
                <a:ea typeface="Arial"/>
                <a:cs typeface="Arial"/>
              </a:defRPr>
            </a:lvl6pPr>
            <a:lvl7pPr algn="l">
              <a:defRPr sz="2400" b="0">
                <a:solidFill>
                  <a:srgbClr val="000000"/>
                </a:solidFill>
                <a:latin typeface="Arial"/>
                <a:ea typeface="Arial"/>
                <a:cs typeface="Arial"/>
              </a:defRPr>
            </a:lvl7pPr>
            <a:lvl8pPr algn="l">
              <a:defRPr sz="2400" b="0">
                <a:solidFill>
                  <a:srgbClr val="000000"/>
                </a:solidFill>
                <a:latin typeface="Arial"/>
                <a:ea typeface="Arial"/>
                <a:cs typeface="Arial"/>
              </a:defRPr>
            </a:lvl8pPr>
            <a:lvl9pPr algn="l">
              <a:defRPr sz="2400" b="0">
                <a:solidFill>
                  <a:srgbClr val="000000"/>
                </a:solidFill>
                <a:latin typeface="Arial"/>
                <a:ea typeface="Arial"/>
                <a:cs typeface="Arial"/>
              </a:defRPr>
            </a:lvl9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Extraction, assessment and reporting produce a requirement/evidence matrix.</a:t>
            </a:r>
          </a:p>
        </p:txBody>
      </p:sp>
      <p:sp>
        <p:nvSpPr>
          <p:cNvPr id="5" name="point-4">
            <a:extLst xmlns:a="http://schemas.openxmlformats.org/drawingml/2006/main">
              <a:ext uri="{FF2B5EF4-FFF2-40B4-BE49-F238E27FC236}">
                <a16:creationId xmlns:a16="http://schemas.microsoft.com/office/drawing/2014/main" id="{DE305767-4885-4C93-B488-CAFD28B9B82A}"/>
              </a:ext>
            </a:extLst>
          </p:cNvPr>
          <p:cNvSpPr>
            <a:spLocks xmlns:a="http://schemas.openxmlformats.org/drawingml/2006/main" noGrp="1"/>
          </p:cNvSpPr>
          <p:nvPr/>
        </p:nvSpPr>
        <p:spPr>
          <a:xfrm xmlns:a="http://schemas.openxmlformats.org/drawingml/2006/main">
            <a:off x="723900" y="4638675"/>
            <a:ext cx="107442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400" b="0">
                <a:solidFill>
                  <a:srgbClr val="000000"/>
                </a:solidFill>
                <a:latin typeface="Arial"/>
                <a:ea typeface="Arial"/>
                <a:cs typeface="Arial"/>
              </a:defRPr>
            </a:defPPr>
            <a:lvl1pPr algn="l">
              <a:defRPr sz="2400" b="0">
                <a:solidFill>
                  <a:srgbClr val="000000"/>
                </a:solidFill>
                <a:latin typeface="Arial"/>
                <a:ea typeface="Arial"/>
                <a:cs typeface="Arial"/>
              </a:defRPr>
            </a:lvl1pPr>
            <a:lvl2pPr algn="l">
              <a:defRPr sz="2400" b="0">
                <a:solidFill>
                  <a:srgbClr val="000000"/>
                </a:solidFill>
                <a:latin typeface="Arial"/>
                <a:ea typeface="Arial"/>
                <a:cs typeface="Arial"/>
              </a:defRPr>
            </a:lvl2pPr>
            <a:lvl3pPr algn="l">
              <a:defRPr sz="2400" b="0">
                <a:solidFill>
                  <a:srgbClr val="000000"/>
                </a:solidFill>
                <a:latin typeface="Arial"/>
                <a:ea typeface="Arial"/>
                <a:cs typeface="Arial"/>
              </a:defRPr>
            </a:lvl3pPr>
            <a:lvl4pPr algn="l">
              <a:defRPr sz="2400" b="0">
                <a:solidFill>
                  <a:srgbClr val="000000"/>
                </a:solidFill>
                <a:latin typeface="Arial"/>
                <a:ea typeface="Arial"/>
                <a:cs typeface="Arial"/>
              </a:defRPr>
            </a:lvl4pPr>
            <a:lvl5pPr algn="l">
              <a:defRPr sz="2400" b="0">
                <a:solidFill>
                  <a:srgbClr val="000000"/>
                </a:solidFill>
                <a:latin typeface="Arial"/>
                <a:ea typeface="Arial"/>
                <a:cs typeface="Arial"/>
              </a:defRPr>
            </a:lvl5pPr>
            <a:lvl6pPr algn="l">
              <a:defRPr sz="2400" b="0">
                <a:solidFill>
                  <a:srgbClr val="000000"/>
                </a:solidFill>
                <a:latin typeface="Arial"/>
                <a:ea typeface="Arial"/>
                <a:cs typeface="Arial"/>
              </a:defRPr>
            </a:lvl6pPr>
            <a:lvl7pPr algn="l">
              <a:defRPr sz="2400" b="0">
                <a:solidFill>
                  <a:srgbClr val="000000"/>
                </a:solidFill>
                <a:latin typeface="Arial"/>
                <a:ea typeface="Arial"/>
                <a:cs typeface="Arial"/>
              </a:defRPr>
            </a:lvl7pPr>
            <a:lvl8pPr algn="l">
              <a:defRPr sz="2400" b="0">
                <a:solidFill>
                  <a:srgbClr val="000000"/>
                </a:solidFill>
                <a:latin typeface="Arial"/>
                <a:ea typeface="Arial"/>
                <a:cs typeface="Arial"/>
              </a:defRPr>
            </a:lvl8pPr>
            <a:lvl9pPr algn="l">
              <a:defRPr sz="2400" b="0">
                <a:solidFill>
                  <a:srgbClr val="000000"/>
                </a:solidFill>
                <a:latin typeface="Arial"/>
                <a:ea typeface="Arial"/>
                <a:cs typeface="Arial"/>
              </a:defRPr>
            </a:lvl9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The analyst inspects sources, records a review and starts a new run for revised inputs.</a:t>
            </a:r>
          </a:p>
        </p:txBody>
      </p:sp>
      <p:sp>
        <p:nvSpPr>
          <p:cNvPr id="6" name="page">
            <a:extLst xmlns:a="http://schemas.openxmlformats.org/drawingml/2006/main">
              <a:ext uri="{FF2B5EF4-FFF2-40B4-BE49-F238E27FC236}">
                <a16:creationId xmlns:a16="http://schemas.microsoft.com/office/drawing/2014/main" id="{BDA8DA80-1092-4A7B-90B2-98D98A05DAE1}"/>
              </a:ext>
            </a:extLst>
          </p:cNvPr>
          <p:cNvSpPr>
            <a:spLocks xmlns:a="http://schemas.openxmlformats.org/drawingml/2006/main" noGrp="1"/>
          </p:cNvSpPr>
          <p:nvPr/>
        </p:nvSpPr>
        <p:spPr>
          <a:xfrm xmlns:a="http://schemas.openxmlformats.org/drawingml/2006/main">
            <a:off x="11144250" y="62388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0">
                <a:solidFill>
                  <a:srgbClr val="000000"/>
                </a:solidFill>
                <a:latin typeface="Arial"/>
                <a:ea typeface="Arial"/>
                <a:cs typeface="Arial"/>
              </a:defRPr>
            </a:defPPr>
            <a:lvl1pPr algn="l">
              <a:defRPr sz="1500" b="0">
                <a:solidFill>
                  <a:srgbClr val="000000"/>
                </a:solidFill>
                <a:latin typeface="Arial"/>
                <a:ea typeface="Arial"/>
                <a:cs typeface="Arial"/>
              </a:defRPr>
            </a:lvl1pPr>
            <a:lvl2pPr algn="l">
              <a:defRPr sz="1500" b="0">
                <a:solidFill>
                  <a:srgbClr val="000000"/>
                </a:solidFill>
                <a:latin typeface="Arial"/>
                <a:ea typeface="Arial"/>
                <a:cs typeface="Arial"/>
              </a:defRPr>
            </a:lvl2pPr>
            <a:lvl3pPr algn="l">
              <a:defRPr sz="1500" b="0">
                <a:solidFill>
                  <a:srgbClr val="000000"/>
                </a:solidFill>
                <a:latin typeface="Arial"/>
                <a:ea typeface="Arial"/>
                <a:cs typeface="Arial"/>
              </a:defRPr>
            </a:lvl3pPr>
            <a:lvl4pPr algn="l">
              <a:defRPr sz="1500" b="0">
                <a:solidFill>
                  <a:srgbClr val="000000"/>
                </a:solidFill>
                <a:latin typeface="Arial"/>
                <a:ea typeface="Arial"/>
                <a:cs typeface="Arial"/>
              </a:defRPr>
            </a:lvl4pPr>
            <a:lvl5pPr algn="l">
              <a:defRPr sz="1500" b="0">
                <a:solidFill>
                  <a:srgbClr val="000000"/>
                </a:solidFill>
                <a:latin typeface="Arial"/>
                <a:ea typeface="Arial"/>
                <a:cs typeface="Arial"/>
              </a:defRPr>
            </a:lvl5pPr>
            <a:lvl6pPr algn="l">
              <a:defRPr sz="1500" b="0">
                <a:solidFill>
                  <a:srgbClr val="000000"/>
                </a:solidFill>
                <a:latin typeface="Arial"/>
                <a:ea typeface="Arial"/>
                <a:cs typeface="Arial"/>
              </a:defRPr>
            </a:lvl6pPr>
            <a:lvl7pPr algn="l">
              <a:defRPr sz="1500" b="0">
                <a:solidFill>
                  <a:srgbClr val="000000"/>
                </a:solidFill>
                <a:latin typeface="Arial"/>
                <a:ea typeface="Arial"/>
                <a:cs typeface="Arial"/>
              </a:defRPr>
            </a:lvl7pPr>
            <a:lvl8pPr algn="l">
              <a:defRPr sz="1500" b="0">
                <a:solidFill>
                  <a:srgbClr val="000000"/>
                </a:solidFill>
                <a:latin typeface="Arial"/>
                <a:ea typeface="Arial"/>
                <a:cs typeface="Arial"/>
              </a:defRPr>
            </a:lvl8pPr>
            <a:lvl9pPr algn="l">
              <a:defRPr sz="1500" b="0">
                <a:solidFill>
                  <a:srgbClr val="000000"/>
                </a:solidFill>
                <a:latin typeface="Arial"/>
                <a:ea typeface="Arial"/>
                <a:cs typeface="Arial"/>
              </a:defRPr>
            </a:lvl9pPr>
          </a:lstStyle>
          <a:p xmlns:a="http://schemas.openxmlformats.org/drawingml/2006/main">
            <a:pPr algn="l">
              <a:defRPr sz="1500" b="0">
                <a:solidFill>
                  <a:srgbClr val="000000"/>
                </a:solidFill>
                <a:latin typeface="Arial"/>
                <a:ea typeface="Arial"/>
                <a:cs typeface="Arial"/>
              </a:defRPr>
            </a:pPr>
            <a:r>
              <a:rPr sz="1500" b="0">
                <a:solidFill>
                  <a:srgbClr val="000000"/>
                </a:solidFill>
                <a:latin typeface="Arial"/>
                <a:ea typeface="Arial"/>
                <a:cs typeface="Arial"/>
              </a:rPr>
              <a:t>4</a:t>
            </a:r>
          </a:p>
        </p:txBody>
      </p:sp>
    </p:spTree>
    <p:extLst>
      <p:ext uri="{BB962C8B-B14F-4D97-AF65-F5344CB8AC3E}">
        <p14:creationId xmlns:p14="http://schemas.microsoft.com/office/powerpoint/2010/main" val="29577910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AAF35888-7C11-49B0-AB2F-1E86CF3E7A50}"/>
              </a:ext>
            </a:extLst>
          </p:cNvPr>
          <p:cNvSpPr>
            <a:spLocks xmlns:a="http://schemas.openxmlformats.org/drawingml/2006/main" noGrp="1"/>
          </p:cNvSpPr>
          <p:nvPr/>
        </p:nvSpPr>
        <p:spPr>
          <a:xfrm xmlns:a="http://schemas.openxmlformats.org/drawingml/2006/main">
            <a:off x="723900" y="571500"/>
            <a:ext cx="107442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600" b="1">
                <a:solidFill>
                  <a:srgbClr val="000000"/>
                </a:solidFill>
                <a:latin typeface="Arial"/>
                <a:ea typeface="Arial"/>
                <a:cs typeface="Arial"/>
              </a:defRPr>
            </a:defPPr>
            <a:lvl1pPr algn="l">
              <a:defRPr sz="3600" b="1">
                <a:solidFill>
                  <a:srgbClr val="000000"/>
                </a:solidFill>
                <a:latin typeface="Arial"/>
                <a:ea typeface="Arial"/>
                <a:cs typeface="Arial"/>
              </a:defRPr>
            </a:lvl1pPr>
            <a:lvl2pPr algn="l">
              <a:defRPr sz="3600" b="1">
                <a:solidFill>
                  <a:srgbClr val="000000"/>
                </a:solidFill>
                <a:latin typeface="Arial"/>
                <a:ea typeface="Arial"/>
                <a:cs typeface="Arial"/>
              </a:defRPr>
            </a:lvl2pPr>
            <a:lvl3pPr algn="l">
              <a:defRPr sz="3600" b="1">
                <a:solidFill>
                  <a:srgbClr val="000000"/>
                </a:solidFill>
                <a:latin typeface="Arial"/>
                <a:ea typeface="Arial"/>
                <a:cs typeface="Arial"/>
              </a:defRPr>
            </a:lvl3pPr>
            <a:lvl4pPr algn="l">
              <a:defRPr sz="3600" b="1">
                <a:solidFill>
                  <a:srgbClr val="000000"/>
                </a:solidFill>
                <a:latin typeface="Arial"/>
                <a:ea typeface="Arial"/>
                <a:cs typeface="Arial"/>
              </a:defRPr>
            </a:lvl4pPr>
            <a:lvl5pPr algn="l">
              <a:defRPr sz="3600" b="1">
                <a:solidFill>
                  <a:srgbClr val="000000"/>
                </a:solidFill>
                <a:latin typeface="Arial"/>
                <a:ea typeface="Arial"/>
                <a:cs typeface="Arial"/>
              </a:defRPr>
            </a:lvl5pPr>
            <a:lvl6pPr algn="l">
              <a:defRPr sz="3600" b="1">
                <a:solidFill>
                  <a:srgbClr val="000000"/>
                </a:solidFill>
                <a:latin typeface="Arial"/>
                <a:ea typeface="Arial"/>
                <a:cs typeface="Arial"/>
              </a:defRPr>
            </a:lvl6pPr>
            <a:lvl7pPr algn="l">
              <a:defRPr sz="3600" b="1">
                <a:solidFill>
                  <a:srgbClr val="000000"/>
                </a:solidFill>
                <a:latin typeface="Arial"/>
                <a:ea typeface="Arial"/>
                <a:cs typeface="Arial"/>
              </a:defRPr>
            </a:lvl7pPr>
            <a:lvl8pPr algn="l">
              <a:defRPr sz="3600" b="1">
                <a:solidFill>
                  <a:srgbClr val="000000"/>
                </a:solidFill>
                <a:latin typeface="Arial"/>
                <a:ea typeface="Arial"/>
                <a:cs typeface="Arial"/>
              </a:defRPr>
            </a:lvl8pPr>
            <a:lvl9pPr algn="l">
              <a:defRPr sz="3600" b="1">
                <a:solidFill>
                  <a:srgbClr val="000000"/>
                </a:solidFill>
                <a:latin typeface="Arial"/>
                <a:ea typeface="Arial"/>
                <a:cs typeface="Arial"/>
              </a:defRPr>
            </a:lvl9pPr>
          </a:lstStyle>
          <a:p xmlns:a="http://schemas.openxmlformats.org/drawingml/2006/main">
            <a:pPr algn="l">
              <a:defRPr sz="3600" b="1">
                <a:solidFill>
                  <a:srgbClr val="000000"/>
                </a:solidFill>
                <a:latin typeface="Arial"/>
                <a:ea typeface="Arial"/>
                <a:cs typeface="Arial"/>
              </a:defRPr>
            </a:pPr>
            <a:r>
              <a:rPr sz="3600" b="1">
                <a:solidFill>
                  <a:srgbClr val="000000"/>
                </a:solidFill>
                <a:latin typeface="Arial"/>
                <a:ea typeface="Arial"/>
                <a:cs typeface="Arial"/>
              </a:rPr>
              <a:t>Findings and uncertainty</a:t>
            </a:r>
          </a:p>
        </p:txBody>
      </p:sp>
      <p:sp>
        <p:nvSpPr>
          <p:cNvPr id="2" name="point-1">
            <a:extLst xmlns:a="http://schemas.openxmlformats.org/drawingml/2006/main">
              <a:ext uri="{FF2B5EF4-FFF2-40B4-BE49-F238E27FC236}">
                <a16:creationId xmlns:a16="http://schemas.microsoft.com/office/drawing/2014/main" id="{A5EF8D46-C5C2-4618-89B7-EA5BCBBDCF25}"/>
              </a:ext>
            </a:extLst>
          </p:cNvPr>
          <p:cNvSpPr>
            <a:spLocks xmlns:a="http://schemas.openxmlformats.org/drawingml/2006/main" noGrp="1"/>
          </p:cNvSpPr>
          <p:nvPr/>
        </p:nvSpPr>
        <p:spPr>
          <a:xfrm xmlns:a="http://schemas.openxmlformats.org/drawingml/2006/main">
            <a:off x="723900" y="1695450"/>
            <a:ext cx="107442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400" b="0">
                <a:solidFill>
                  <a:srgbClr val="000000"/>
                </a:solidFill>
                <a:latin typeface="Arial"/>
                <a:ea typeface="Arial"/>
                <a:cs typeface="Arial"/>
              </a:defRPr>
            </a:defPPr>
            <a:lvl1pPr algn="l">
              <a:defRPr sz="2400" b="0">
                <a:solidFill>
                  <a:srgbClr val="000000"/>
                </a:solidFill>
                <a:latin typeface="Arial"/>
                <a:ea typeface="Arial"/>
                <a:cs typeface="Arial"/>
              </a:defRPr>
            </a:lvl1pPr>
            <a:lvl2pPr algn="l">
              <a:defRPr sz="2400" b="0">
                <a:solidFill>
                  <a:srgbClr val="000000"/>
                </a:solidFill>
                <a:latin typeface="Arial"/>
                <a:ea typeface="Arial"/>
                <a:cs typeface="Arial"/>
              </a:defRPr>
            </a:lvl2pPr>
            <a:lvl3pPr algn="l">
              <a:defRPr sz="2400" b="0">
                <a:solidFill>
                  <a:srgbClr val="000000"/>
                </a:solidFill>
                <a:latin typeface="Arial"/>
                <a:ea typeface="Arial"/>
                <a:cs typeface="Arial"/>
              </a:defRPr>
            </a:lvl3pPr>
            <a:lvl4pPr algn="l">
              <a:defRPr sz="2400" b="0">
                <a:solidFill>
                  <a:srgbClr val="000000"/>
                </a:solidFill>
                <a:latin typeface="Arial"/>
                <a:ea typeface="Arial"/>
                <a:cs typeface="Arial"/>
              </a:defRPr>
            </a:lvl4pPr>
            <a:lvl5pPr algn="l">
              <a:defRPr sz="2400" b="0">
                <a:solidFill>
                  <a:srgbClr val="000000"/>
                </a:solidFill>
                <a:latin typeface="Arial"/>
                <a:ea typeface="Arial"/>
                <a:cs typeface="Arial"/>
              </a:defRPr>
            </a:lvl5pPr>
            <a:lvl6pPr algn="l">
              <a:defRPr sz="2400" b="0">
                <a:solidFill>
                  <a:srgbClr val="000000"/>
                </a:solidFill>
                <a:latin typeface="Arial"/>
                <a:ea typeface="Arial"/>
                <a:cs typeface="Arial"/>
              </a:defRPr>
            </a:lvl6pPr>
            <a:lvl7pPr algn="l">
              <a:defRPr sz="2400" b="0">
                <a:solidFill>
                  <a:srgbClr val="000000"/>
                </a:solidFill>
                <a:latin typeface="Arial"/>
                <a:ea typeface="Arial"/>
                <a:cs typeface="Arial"/>
              </a:defRPr>
            </a:lvl7pPr>
            <a:lvl8pPr algn="l">
              <a:defRPr sz="2400" b="0">
                <a:solidFill>
                  <a:srgbClr val="000000"/>
                </a:solidFill>
                <a:latin typeface="Arial"/>
                <a:ea typeface="Arial"/>
                <a:cs typeface="Arial"/>
              </a:defRPr>
            </a:lvl8pPr>
            <a:lvl9pPr algn="l">
              <a:defRPr sz="2400" b="0">
                <a:solidFill>
                  <a:srgbClr val="000000"/>
                </a:solidFill>
                <a:latin typeface="Arial"/>
                <a:ea typeface="Arial"/>
                <a:cs typeface="Arial"/>
              </a:defRPr>
            </a:lvl9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Met: applicable company evidence supports the requirement.</a:t>
            </a:r>
          </a:p>
        </p:txBody>
      </p:sp>
      <p:sp>
        <p:nvSpPr>
          <p:cNvPr id="3" name="point-2">
            <a:extLst xmlns:a="http://schemas.openxmlformats.org/drawingml/2006/main">
              <a:ext uri="{FF2B5EF4-FFF2-40B4-BE49-F238E27FC236}">
                <a16:creationId xmlns:a16="http://schemas.microsoft.com/office/drawing/2014/main" id="{A12B55AA-8653-44FD-AF4E-1DA4831ABB88}"/>
              </a:ext>
            </a:extLst>
          </p:cNvPr>
          <p:cNvSpPr>
            <a:spLocks xmlns:a="http://schemas.openxmlformats.org/drawingml/2006/main" noGrp="1"/>
          </p:cNvSpPr>
          <p:nvPr/>
        </p:nvSpPr>
        <p:spPr>
          <a:xfrm xmlns:a="http://schemas.openxmlformats.org/drawingml/2006/main">
            <a:off x="723900" y="2676525"/>
            <a:ext cx="107442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400" b="0">
                <a:solidFill>
                  <a:srgbClr val="000000"/>
                </a:solidFill>
                <a:latin typeface="Arial"/>
                <a:ea typeface="Arial"/>
                <a:cs typeface="Arial"/>
              </a:defRPr>
            </a:defPPr>
            <a:lvl1pPr algn="l">
              <a:defRPr sz="2400" b="0">
                <a:solidFill>
                  <a:srgbClr val="000000"/>
                </a:solidFill>
                <a:latin typeface="Arial"/>
                <a:ea typeface="Arial"/>
                <a:cs typeface="Arial"/>
              </a:defRPr>
            </a:lvl1pPr>
            <a:lvl2pPr algn="l">
              <a:defRPr sz="2400" b="0">
                <a:solidFill>
                  <a:srgbClr val="000000"/>
                </a:solidFill>
                <a:latin typeface="Arial"/>
                <a:ea typeface="Arial"/>
                <a:cs typeface="Arial"/>
              </a:defRPr>
            </a:lvl2pPr>
            <a:lvl3pPr algn="l">
              <a:defRPr sz="2400" b="0">
                <a:solidFill>
                  <a:srgbClr val="000000"/>
                </a:solidFill>
                <a:latin typeface="Arial"/>
                <a:ea typeface="Arial"/>
                <a:cs typeface="Arial"/>
              </a:defRPr>
            </a:lvl3pPr>
            <a:lvl4pPr algn="l">
              <a:defRPr sz="2400" b="0">
                <a:solidFill>
                  <a:srgbClr val="000000"/>
                </a:solidFill>
                <a:latin typeface="Arial"/>
                <a:ea typeface="Arial"/>
                <a:cs typeface="Arial"/>
              </a:defRPr>
            </a:lvl4pPr>
            <a:lvl5pPr algn="l">
              <a:defRPr sz="2400" b="0">
                <a:solidFill>
                  <a:srgbClr val="000000"/>
                </a:solidFill>
                <a:latin typeface="Arial"/>
                <a:ea typeface="Arial"/>
                <a:cs typeface="Arial"/>
              </a:defRPr>
            </a:lvl5pPr>
            <a:lvl6pPr algn="l">
              <a:defRPr sz="2400" b="0">
                <a:solidFill>
                  <a:srgbClr val="000000"/>
                </a:solidFill>
                <a:latin typeface="Arial"/>
                <a:ea typeface="Arial"/>
                <a:cs typeface="Arial"/>
              </a:defRPr>
            </a:lvl6pPr>
            <a:lvl7pPr algn="l">
              <a:defRPr sz="2400" b="0">
                <a:solidFill>
                  <a:srgbClr val="000000"/>
                </a:solidFill>
                <a:latin typeface="Arial"/>
                <a:ea typeface="Arial"/>
                <a:cs typeface="Arial"/>
              </a:defRPr>
            </a:lvl7pPr>
            <a:lvl8pPr algn="l">
              <a:defRPr sz="2400" b="0">
                <a:solidFill>
                  <a:srgbClr val="000000"/>
                </a:solidFill>
                <a:latin typeface="Arial"/>
                <a:ea typeface="Arial"/>
                <a:cs typeface="Arial"/>
              </a:defRPr>
            </a:lvl8pPr>
            <a:lvl9pPr algn="l">
              <a:defRPr sz="2400" b="0">
                <a:solidFill>
                  <a:srgbClr val="000000"/>
                </a:solidFill>
                <a:latin typeface="Arial"/>
                <a:ea typeface="Arial"/>
                <a:cs typeface="Arial"/>
              </a:defRPr>
            </a:lvl9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Unmet: applicable evidence demonstrates a violation.</a:t>
            </a:r>
          </a:p>
        </p:txBody>
      </p:sp>
      <p:sp>
        <p:nvSpPr>
          <p:cNvPr id="4" name="point-3">
            <a:extLst xmlns:a="http://schemas.openxmlformats.org/drawingml/2006/main">
              <a:ext uri="{FF2B5EF4-FFF2-40B4-BE49-F238E27FC236}">
                <a16:creationId xmlns:a16="http://schemas.microsoft.com/office/drawing/2014/main" id="{ABF85DE4-EA24-4118-96B0-781AC2868709}"/>
              </a:ext>
            </a:extLst>
          </p:cNvPr>
          <p:cNvSpPr>
            <a:spLocks xmlns:a="http://schemas.openxmlformats.org/drawingml/2006/main" noGrp="1"/>
          </p:cNvSpPr>
          <p:nvPr/>
        </p:nvSpPr>
        <p:spPr>
          <a:xfrm xmlns:a="http://schemas.openxmlformats.org/drawingml/2006/main">
            <a:off x="723900" y="3657600"/>
            <a:ext cx="107442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400" b="0">
                <a:solidFill>
                  <a:srgbClr val="000000"/>
                </a:solidFill>
                <a:latin typeface="Arial"/>
                <a:ea typeface="Arial"/>
                <a:cs typeface="Arial"/>
              </a:defRPr>
            </a:defPPr>
            <a:lvl1pPr algn="l">
              <a:defRPr sz="2400" b="0">
                <a:solidFill>
                  <a:srgbClr val="000000"/>
                </a:solidFill>
                <a:latin typeface="Arial"/>
                <a:ea typeface="Arial"/>
                <a:cs typeface="Arial"/>
              </a:defRPr>
            </a:lvl1pPr>
            <a:lvl2pPr algn="l">
              <a:defRPr sz="2400" b="0">
                <a:solidFill>
                  <a:srgbClr val="000000"/>
                </a:solidFill>
                <a:latin typeface="Arial"/>
                <a:ea typeface="Arial"/>
                <a:cs typeface="Arial"/>
              </a:defRPr>
            </a:lvl2pPr>
            <a:lvl3pPr algn="l">
              <a:defRPr sz="2400" b="0">
                <a:solidFill>
                  <a:srgbClr val="000000"/>
                </a:solidFill>
                <a:latin typeface="Arial"/>
                <a:ea typeface="Arial"/>
                <a:cs typeface="Arial"/>
              </a:defRPr>
            </a:lvl3pPr>
            <a:lvl4pPr algn="l">
              <a:defRPr sz="2400" b="0">
                <a:solidFill>
                  <a:srgbClr val="000000"/>
                </a:solidFill>
                <a:latin typeface="Arial"/>
                <a:ea typeface="Arial"/>
                <a:cs typeface="Arial"/>
              </a:defRPr>
            </a:lvl4pPr>
            <a:lvl5pPr algn="l">
              <a:defRPr sz="2400" b="0">
                <a:solidFill>
                  <a:srgbClr val="000000"/>
                </a:solidFill>
                <a:latin typeface="Arial"/>
                <a:ea typeface="Arial"/>
                <a:cs typeface="Arial"/>
              </a:defRPr>
            </a:lvl5pPr>
            <a:lvl6pPr algn="l">
              <a:defRPr sz="2400" b="0">
                <a:solidFill>
                  <a:srgbClr val="000000"/>
                </a:solidFill>
                <a:latin typeface="Arial"/>
                <a:ea typeface="Arial"/>
                <a:cs typeface="Arial"/>
              </a:defRPr>
            </a:lvl6pPr>
            <a:lvl7pPr algn="l">
              <a:defRPr sz="2400" b="0">
                <a:solidFill>
                  <a:srgbClr val="000000"/>
                </a:solidFill>
                <a:latin typeface="Arial"/>
                <a:ea typeface="Arial"/>
                <a:cs typeface="Arial"/>
              </a:defRPr>
            </a:lvl7pPr>
            <a:lvl8pPr algn="l">
              <a:defRPr sz="2400" b="0">
                <a:solidFill>
                  <a:srgbClr val="000000"/>
                </a:solidFill>
                <a:latin typeface="Arial"/>
                <a:ea typeface="Arial"/>
                <a:cs typeface="Arial"/>
              </a:defRPr>
            </a:lvl8pPr>
            <a:lvl9pPr algn="l">
              <a:defRPr sz="2400" b="0">
                <a:solidFill>
                  <a:srgbClr val="000000"/>
                </a:solidFill>
                <a:latin typeface="Arial"/>
                <a:ea typeface="Arial"/>
                <a:cs typeface="Arial"/>
              </a:defRPr>
            </a:lvl9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Unknown: evidence is missing, ambiguous, incomparable or unresolved.</a:t>
            </a:r>
          </a:p>
        </p:txBody>
      </p:sp>
      <p:sp>
        <p:nvSpPr>
          <p:cNvPr id="5" name="point-4">
            <a:extLst xmlns:a="http://schemas.openxmlformats.org/drawingml/2006/main">
              <a:ext uri="{FF2B5EF4-FFF2-40B4-BE49-F238E27FC236}">
                <a16:creationId xmlns:a16="http://schemas.microsoft.com/office/drawing/2014/main" id="{C705A752-296B-472A-9E5C-10FC30956122}"/>
              </a:ext>
            </a:extLst>
          </p:cNvPr>
          <p:cNvSpPr>
            <a:spLocks xmlns:a="http://schemas.openxmlformats.org/drawingml/2006/main" noGrp="1"/>
          </p:cNvSpPr>
          <p:nvPr/>
        </p:nvSpPr>
        <p:spPr>
          <a:xfrm xmlns:a="http://schemas.openxmlformats.org/drawingml/2006/main">
            <a:off x="723900" y="4638675"/>
            <a:ext cx="107442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400" b="0">
                <a:solidFill>
                  <a:srgbClr val="000000"/>
                </a:solidFill>
                <a:latin typeface="Arial"/>
                <a:ea typeface="Arial"/>
                <a:cs typeface="Arial"/>
              </a:defRPr>
            </a:defPPr>
            <a:lvl1pPr algn="l">
              <a:defRPr sz="2400" b="0">
                <a:solidFill>
                  <a:srgbClr val="000000"/>
                </a:solidFill>
                <a:latin typeface="Arial"/>
                <a:ea typeface="Arial"/>
                <a:cs typeface="Arial"/>
              </a:defRPr>
            </a:lvl1pPr>
            <a:lvl2pPr algn="l">
              <a:defRPr sz="2400" b="0">
                <a:solidFill>
                  <a:srgbClr val="000000"/>
                </a:solidFill>
                <a:latin typeface="Arial"/>
                <a:ea typeface="Arial"/>
                <a:cs typeface="Arial"/>
              </a:defRPr>
            </a:lvl2pPr>
            <a:lvl3pPr algn="l">
              <a:defRPr sz="2400" b="0">
                <a:solidFill>
                  <a:srgbClr val="000000"/>
                </a:solidFill>
                <a:latin typeface="Arial"/>
                <a:ea typeface="Arial"/>
                <a:cs typeface="Arial"/>
              </a:defRPr>
            </a:lvl3pPr>
            <a:lvl4pPr algn="l">
              <a:defRPr sz="2400" b="0">
                <a:solidFill>
                  <a:srgbClr val="000000"/>
                </a:solidFill>
                <a:latin typeface="Arial"/>
                <a:ea typeface="Arial"/>
                <a:cs typeface="Arial"/>
              </a:defRPr>
            </a:lvl4pPr>
            <a:lvl5pPr algn="l">
              <a:defRPr sz="2400" b="0">
                <a:solidFill>
                  <a:srgbClr val="000000"/>
                </a:solidFill>
                <a:latin typeface="Arial"/>
                <a:ea typeface="Arial"/>
                <a:cs typeface="Arial"/>
              </a:defRPr>
            </a:lvl5pPr>
            <a:lvl6pPr algn="l">
              <a:defRPr sz="2400" b="0">
                <a:solidFill>
                  <a:srgbClr val="000000"/>
                </a:solidFill>
                <a:latin typeface="Arial"/>
                <a:ea typeface="Arial"/>
                <a:cs typeface="Arial"/>
              </a:defRPr>
            </a:lvl6pPr>
            <a:lvl7pPr algn="l">
              <a:defRPr sz="2400" b="0">
                <a:solidFill>
                  <a:srgbClr val="000000"/>
                </a:solidFill>
                <a:latin typeface="Arial"/>
                <a:ea typeface="Arial"/>
                <a:cs typeface="Arial"/>
              </a:defRPr>
            </a:lvl7pPr>
            <a:lvl8pPr algn="l">
              <a:defRPr sz="2400" b="0">
                <a:solidFill>
                  <a:srgbClr val="000000"/>
                </a:solidFill>
                <a:latin typeface="Arial"/>
                <a:ea typeface="Arial"/>
                <a:cs typeface="Arial"/>
              </a:defRPr>
            </a:lvl8pPr>
            <a:lvl9pPr algn="l">
              <a:defRPr sz="2400" b="0">
                <a:solidFill>
                  <a:srgbClr val="000000"/>
                </a:solidFill>
                <a:latin typeface="Arial"/>
                <a:ea typeface="Arial"/>
                <a:cs typeface="Arial"/>
              </a:defRPr>
            </a:lvl9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Blocked or failed processing remains separate from company compliance.</a:t>
            </a:r>
          </a:p>
        </p:txBody>
      </p:sp>
      <p:sp>
        <p:nvSpPr>
          <p:cNvPr id="6" name="page">
            <a:extLst xmlns:a="http://schemas.openxmlformats.org/drawingml/2006/main">
              <a:ext uri="{FF2B5EF4-FFF2-40B4-BE49-F238E27FC236}">
                <a16:creationId xmlns:a16="http://schemas.microsoft.com/office/drawing/2014/main" id="{B9F73CFF-8176-4351-A396-3128323B77BA}"/>
              </a:ext>
            </a:extLst>
          </p:cNvPr>
          <p:cNvSpPr>
            <a:spLocks xmlns:a="http://schemas.openxmlformats.org/drawingml/2006/main" noGrp="1"/>
          </p:cNvSpPr>
          <p:nvPr/>
        </p:nvSpPr>
        <p:spPr>
          <a:xfrm xmlns:a="http://schemas.openxmlformats.org/drawingml/2006/main">
            <a:off x="11144250" y="62388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0">
                <a:solidFill>
                  <a:srgbClr val="000000"/>
                </a:solidFill>
                <a:latin typeface="Arial"/>
                <a:ea typeface="Arial"/>
                <a:cs typeface="Arial"/>
              </a:defRPr>
            </a:defPPr>
            <a:lvl1pPr algn="l">
              <a:defRPr sz="1500" b="0">
                <a:solidFill>
                  <a:srgbClr val="000000"/>
                </a:solidFill>
                <a:latin typeface="Arial"/>
                <a:ea typeface="Arial"/>
                <a:cs typeface="Arial"/>
              </a:defRPr>
            </a:lvl1pPr>
            <a:lvl2pPr algn="l">
              <a:defRPr sz="1500" b="0">
                <a:solidFill>
                  <a:srgbClr val="000000"/>
                </a:solidFill>
                <a:latin typeface="Arial"/>
                <a:ea typeface="Arial"/>
                <a:cs typeface="Arial"/>
              </a:defRPr>
            </a:lvl2pPr>
            <a:lvl3pPr algn="l">
              <a:defRPr sz="1500" b="0">
                <a:solidFill>
                  <a:srgbClr val="000000"/>
                </a:solidFill>
                <a:latin typeface="Arial"/>
                <a:ea typeface="Arial"/>
                <a:cs typeface="Arial"/>
              </a:defRPr>
            </a:lvl3pPr>
            <a:lvl4pPr algn="l">
              <a:defRPr sz="1500" b="0">
                <a:solidFill>
                  <a:srgbClr val="000000"/>
                </a:solidFill>
                <a:latin typeface="Arial"/>
                <a:ea typeface="Arial"/>
                <a:cs typeface="Arial"/>
              </a:defRPr>
            </a:lvl4pPr>
            <a:lvl5pPr algn="l">
              <a:defRPr sz="1500" b="0">
                <a:solidFill>
                  <a:srgbClr val="000000"/>
                </a:solidFill>
                <a:latin typeface="Arial"/>
                <a:ea typeface="Arial"/>
                <a:cs typeface="Arial"/>
              </a:defRPr>
            </a:lvl5pPr>
            <a:lvl6pPr algn="l">
              <a:defRPr sz="1500" b="0">
                <a:solidFill>
                  <a:srgbClr val="000000"/>
                </a:solidFill>
                <a:latin typeface="Arial"/>
                <a:ea typeface="Arial"/>
                <a:cs typeface="Arial"/>
              </a:defRPr>
            </a:lvl6pPr>
            <a:lvl7pPr algn="l">
              <a:defRPr sz="1500" b="0">
                <a:solidFill>
                  <a:srgbClr val="000000"/>
                </a:solidFill>
                <a:latin typeface="Arial"/>
                <a:ea typeface="Arial"/>
                <a:cs typeface="Arial"/>
              </a:defRPr>
            </a:lvl7pPr>
            <a:lvl8pPr algn="l">
              <a:defRPr sz="1500" b="0">
                <a:solidFill>
                  <a:srgbClr val="000000"/>
                </a:solidFill>
                <a:latin typeface="Arial"/>
                <a:ea typeface="Arial"/>
                <a:cs typeface="Arial"/>
              </a:defRPr>
            </a:lvl8pPr>
            <a:lvl9pPr algn="l">
              <a:defRPr sz="1500" b="0">
                <a:solidFill>
                  <a:srgbClr val="000000"/>
                </a:solidFill>
                <a:latin typeface="Arial"/>
                <a:ea typeface="Arial"/>
                <a:cs typeface="Arial"/>
              </a:defRPr>
            </a:lvl9pPr>
          </a:lstStyle>
          <a:p xmlns:a="http://schemas.openxmlformats.org/drawingml/2006/main">
            <a:pPr algn="l">
              <a:defRPr sz="1500" b="0">
                <a:solidFill>
                  <a:srgbClr val="000000"/>
                </a:solidFill>
                <a:latin typeface="Arial"/>
                <a:ea typeface="Arial"/>
                <a:cs typeface="Arial"/>
              </a:defRPr>
            </a:pPr>
            <a:r>
              <a:rPr sz="1500" b="0">
                <a:solidFill>
                  <a:srgbClr val="000000"/>
                </a:solidFill>
                <a:latin typeface="Arial"/>
                <a:ea typeface="Arial"/>
                <a:cs typeface="Arial"/>
              </a:rPr>
              <a:t>5</a:t>
            </a:r>
          </a:p>
        </p:txBody>
      </p:sp>
    </p:spTree>
    <p:extLst>
      <p:ext uri="{BB962C8B-B14F-4D97-AF65-F5344CB8AC3E}">
        <p14:creationId xmlns:p14="http://schemas.microsoft.com/office/powerpoint/2010/main" val="201894293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B13E00BB-5C1B-4348-9B3F-328EEDDECFF8}"/>
              </a:ext>
            </a:extLst>
          </p:cNvPr>
          <p:cNvSpPr>
            <a:spLocks xmlns:a="http://schemas.openxmlformats.org/drawingml/2006/main" noGrp="1"/>
          </p:cNvSpPr>
          <p:nvPr/>
        </p:nvSpPr>
        <p:spPr>
          <a:xfrm xmlns:a="http://schemas.openxmlformats.org/drawingml/2006/main">
            <a:off x="723900" y="571500"/>
            <a:ext cx="107442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600" b="1">
                <a:solidFill>
                  <a:srgbClr val="000000"/>
                </a:solidFill>
                <a:latin typeface="Arial"/>
                <a:ea typeface="Arial"/>
                <a:cs typeface="Arial"/>
              </a:defRPr>
            </a:defPPr>
            <a:lvl1pPr algn="l">
              <a:defRPr sz="3600" b="1">
                <a:solidFill>
                  <a:srgbClr val="000000"/>
                </a:solidFill>
                <a:latin typeface="Arial"/>
                <a:ea typeface="Arial"/>
                <a:cs typeface="Arial"/>
              </a:defRPr>
            </a:lvl1pPr>
            <a:lvl2pPr algn="l">
              <a:defRPr sz="3600" b="1">
                <a:solidFill>
                  <a:srgbClr val="000000"/>
                </a:solidFill>
                <a:latin typeface="Arial"/>
                <a:ea typeface="Arial"/>
                <a:cs typeface="Arial"/>
              </a:defRPr>
            </a:lvl2pPr>
            <a:lvl3pPr algn="l">
              <a:defRPr sz="3600" b="1">
                <a:solidFill>
                  <a:srgbClr val="000000"/>
                </a:solidFill>
                <a:latin typeface="Arial"/>
                <a:ea typeface="Arial"/>
                <a:cs typeface="Arial"/>
              </a:defRPr>
            </a:lvl3pPr>
            <a:lvl4pPr algn="l">
              <a:defRPr sz="3600" b="1">
                <a:solidFill>
                  <a:srgbClr val="000000"/>
                </a:solidFill>
                <a:latin typeface="Arial"/>
                <a:ea typeface="Arial"/>
                <a:cs typeface="Arial"/>
              </a:defRPr>
            </a:lvl4pPr>
            <a:lvl5pPr algn="l">
              <a:defRPr sz="3600" b="1">
                <a:solidFill>
                  <a:srgbClr val="000000"/>
                </a:solidFill>
                <a:latin typeface="Arial"/>
                <a:ea typeface="Arial"/>
                <a:cs typeface="Arial"/>
              </a:defRPr>
            </a:lvl5pPr>
            <a:lvl6pPr algn="l">
              <a:defRPr sz="3600" b="1">
                <a:solidFill>
                  <a:srgbClr val="000000"/>
                </a:solidFill>
                <a:latin typeface="Arial"/>
                <a:ea typeface="Arial"/>
                <a:cs typeface="Arial"/>
              </a:defRPr>
            </a:lvl6pPr>
            <a:lvl7pPr algn="l">
              <a:defRPr sz="3600" b="1">
                <a:solidFill>
                  <a:srgbClr val="000000"/>
                </a:solidFill>
                <a:latin typeface="Arial"/>
                <a:ea typeface="Arial"/>
                <a:cs typeface="Arial"/>
              </a:defRPr>
            </a:lvl7pPr>
            <a:lvl8pPr algn="l">
              <a:defRPr sz="3600" b="1">
                <a:solidFill>
                  <a:srgbClr val="000000"/>
                </a:solidFill>
                <a:latin typeface="Arial"/>
                <a:ea typeface="Arial"/>
                <a:cs typeface="Arial"/>
              </a:defRPr>
            </a:lvl8pPr>
            <a:lvl9pPr algn="l">
              <a:defRPr sz="3600" b="1">
                <a:solidFill>
                  <a:srgbClr val="000000"/>
                </a:solidFill>
                <a:latin typeface="Arial"/>
                <a:ea typeface="Arial"/>
                <a:cs typeface="Arial"/>
              </a:defRPr>
            </a:lvl9pPr>
          </a:lstStyle>
          <a:p xmlns:a="http://schemas.openxmlformats.org/drawingml/2006/main">
            <a:pPr algn="l">
              <a:defRPr sz="3600" b="1">
                <a:solidFill>
                  <a:srgbClr val="000000"/>
                </a:solidFill>
                <a:latin typeface="Arial"/>
                <a:ea typeface="Arial"/>
                <a:cs typeface="Arial"/>
              </a:defRPr>
            </a:pPr>
            <a:r>
              <a:rPr sz="3600" b="1">
                <a:solidFill>
                  <a:srgbClr val="000000"/>
                </a:solidFill>
                <a:latin typeface="Arial"/>
                <a:ea typeface="Arial"/>
                <a:cs typeface="Arial"/>
              </a:rPr>
              <a:t>Requirements and scope</a:t>
            </a:r>
          </a:p>
        </p:txBody>
      </p:sp>
      <p:sp>
        <p:nvSpPr>
          <p:cNvPr id="2" name="point-1">
            <a:extLst xmlns:a="http://schemas.openxmlformats.org/drawingml/2006/main">
              <a:ext uri="{FF2B5EF4-FFF2-40B4-BE49-F238E27FC236}">
                <a16:creationId xmlns:a16="http://schemas.microsoft.com/office/drawing/2014/main" id="{18A63B7C-8686-4849-88CF-AF96BCEBD77F}"/>
              </a:ext>
            </a:extLst>
          </p:cNvPr>
          <p:cNvSpPr>
            <a:spLocks xmlns:a="http://schemas.openxmlformats.org/drawingml/2006/main" noGrp="1"/>
          </p:cNvSpPr>
          <p:nvPr/>
        </p:nvSpPr>
        <p:spPr>
          <a:xfrm xmlns:a="http://schemas.openxmlformats.org/drawingml/2006/main">
            <a:off x="723900" y="1695450"/>
            <a:ext cx="107442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400" b="0">
                <a:solidFill>
                  <a:srgbClr val="000000"/>
                </a:solidFill>
                <a:latin typeface="Arial"/>
                <a:ea typeface="Arial"/>
                <a:cs typeface="Arial"/>
              </a:defRPr>
            </a:defPPr>
            <a:lvl1pPr algn="l">
              <a:defRPr sz="2400" b="0">
                <a:solidFill>
                  <a:srgbClr val="000000"/>
                </a:solidFill>
                <a:latin typeface="Arial"/>
                <a:ea typeface="Arial"/>
                <a:cs typeface="Arial"/>
              </a:defRPr>
            </a:lvl1pPr>
            <a:lvl2pPr algn="l">
              <a:defRPr sz="2400" b="0">
                <a:solidFill>
                  <a:srgbClr val="000000"/>
                </a:solidFill>
                <a:latin typeface="Arial"/>
                <a:ea typeface="Arial"/>
                <a:cs typeface="Arial"/>
              </a:defRPr>
            </a:lvl2pPr>
            <a:lvl3pPr algn="l">
              <a:defRPr sz="2400" b="0">
                <a:solidFill>
                  <a:srgbClr val="000000"/>
                </a:solidFill>
                <a:latin typeface="Arial"/>
                <a:ea typeface="Arial"/>
                <a:cs typeface="Arial"/>
              </a:defRPr>
            </a:lvl3pPr>
            <a:lvl4pPr algn="l">
              <a:defRPr sz="2400" b="0">
                <a:solidFill>
                  <a:srgbClr val="000000"/>
                </a:solidFill>
                <a:latin typeface="Arial"/>
                <a:ea typeface="Arial"/>
                <a:cs typeface="Arial"/>
              </a:defRPr>
            </a:lvl4pPr>
            <a:lvl5pPr algn="l">
              <a:defRPr sz="2400" b="0">
                <a:solidFill>
                  <a:srgbClr val="000000"/>
                </a:solidFill>
                <a:latin typeface="Arial"/>
                <a:ea typeface="Arial"/>
                <a:cs typeface="Arial"/>
              </a:defRPr>
            </a:lvl5pPr>
            <a:lvl6pPr algn="l">
              <a:defRPr sz="2400" b="0">
                <a:solidFill>
                  <a:srgbClr val="000000"/>
                </a:solidFill>
                <a:latin typeface="Arial"/>
                <a:ea typeface="Arial"/>
                <a:cs typeface="Arial"/>
              </a:defRPr>
            </a:lvl6pPr>
            <a:lvl7pPr algn="l">
              <a:defRPr sz="2400" b="0">
                <a:solidFill>
                  <a:srgbClr val="000000"/>
                </a:solidFill>
                <a:latin typeface="Arial"/>
                <a:ea typeface="Arial"/>
                <a:cs typeface="Arial"/>
              </a:defRPr>
            </a:lvl7pPr>
            <a:lvl8pPr algn="l">
              <a:defRPr sz="2400" b="0">
                <a:solidFill>
                  <a:srgbClr val="000000"/>
                </a:solidFill>
                <a:latin typeface="Arial"/>
                <a:ea typeface="Arial"/>
                <a:cs typeface="Arial"/>
              </a:defRPr>
            </a:lvl8pPr>
            <a:lvl9pPr algn="l">
              <a:defRPr sz="2400" b="0">
                <a:solidFill>
                  <a:srgbClr val="000000"/>
                </a:solidFill>
                <a:latin typeface="Arial"/>
                <a:ea typeface="Arial"/>
                <a:cs typeface="Arial"/>
              </a:defRPr>
            </a:lvl9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Sixteen Must functional requirements have acceptance checks and architecture mappings.</a:t>
            </a:r>
          </a:p>
        </p:txBody>
      </p:sp>
      <p:sp>
        <p:nvSpPr>
          <p:cNvPr id="3" name="point-2">
            <a:extLst xmlns:a="http://schemas.openxmlformats.org/drawingml/2006/main">
              <a:ext uri="{FF2B5EF4-FFF2-40B4-BE49-F238E27FC236}">
                <a16:creationId xmlns:a16="http://schemas.microsoft.com/office/drawing/2014/main" id="{1ACFC217-3A83-446A-894E-F0FB5B997CB7}"/>
              </a:ext>
            </a:extLst>
          </p:cNvPr>
          <p:cNvSpPr>
            <a:spLocks xmlns:a="http://schemas.openxmlformats.org/drawingml/2006/main" noGrp="1"/>
          </p:cNvSpPr>
          <p:nvPr/>
        </p:nvSpPr>
        <p:spPr>
          <a:xfrm xmlns:a="http://schemas.openxmlformats.org/drawingml/2006/main">
            <a:off x="723900" y="2676525"/>
            <a:ext cx="107442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400" b="0">
                <a:solidFill>
                  <a:srgbClr val="000000"/>
                </a:solidFill>
                <a:latin typeface="Arial"/>
                <a:ea typeface="Arial"/>
                <a:cs typeface="Arial"/>
              </a:defRPr>
            </a:defPPr>
            <a:lvl1pPr algn="l">
              <a:defRPr sz="2400" b="0">
                <a:solidFill>
                  <a:srgbClr val="000000"/>
                </a:solidFill>
                <a:latin typeface="Arial"/>
                <a:ea typeface="Arial"/>
                <a:cs typeface="Arial"/>
              </a:defRPr>
            </a:lvl1pPr>
            <a:lvl2pPr algn="l">
              <a:defRPr sz="2400" b="0">
                <a:solidFill>
                  <a:srgbClr val="000000"/>
                </a:solidFill>
                <a:latin typeface="Arial"/>
                <a:ea typeface="Arial"/>
                <a:cs typeface="Arial"/>
              </a:defRPr>
            </a:lvl2pPr>
            <a:lvl3pPr algn="l">
              <a:defRPr sz="2400" b="0">
                <a:solidFill>
                  <a:srgbClr val="000000"/>
                </a:solidFill>
                <a:latin typeface="Arial"/>
                <a:ea typeface="Arial"/>
                <a:cs typeface="Arial"/>
              </a:defRPr>
            </a:lvl3pPr>
            <a:lvl4pPr algn="l">
              <a:defRPr sz="2400" b="0">
                <a:solidFill>
                  <a:srgbClr val="000000"/>
                </a:solidFill>
                <a:latin typeface="Arial"/>
                <a:ea typeface="Arial"/>
                <a:cs typeface="Arial"/>
              </a:defRPr>
            </a:lvl4pPr>
            <a:lvl5pPr algn="l">
              <a:defRPr sz="2400" b="0">
                <a:solidFill>
                  <a:srgbClr val="000000"/>
                </a:solidFill>
                <a:latin typeface="Arial"/>
                <a:ea typeface="Arial"/>
                <a:cs typeface="Arial"/>
              </a:defRPr>
            </a:lvl5pPr>
            <a:lvl6pPr algn="l">
              <a:defRPr sz="2400" b="0">
                <a:solidFill>
                  <a:srgbClr val="000000"/>
                </a:solidFill>
                <a:latin typeface="Arial"/>
                <a:ea typeface="Arial"/>
                <a:cs typeface="Arial"/>
              </a:defRPr>
            </a:lvl6pPr>
            <a:lvl7pPr algn="l">
              <a:defRPr sz="2400" b="0">
                <a:solidFill>
                  <a:srgbClr val="000000"/>
                </a:solidFill>
                <a:latin typeface="Arial"/>
                <a:ea typeface="Arial"/>
                <a:cs typeface="Arial"/>
              </a:defRPr>
            </a:lvl7pPr>
            <a:lvl8pPr algn="l">
              <a:defRPr sz="2400" b="0">
                <a:solidFill>
                  <a:srgbClr val="000000"/>
                </a:solidFill>
                <a:latin typeface="Arial"/>
                <a:ea typeface="Arial"/>
                <a:cs typeface="Arial"/>
              </a:defRPr>
            </a:lvl8pPr>
            <a:lvl9pPr algn="l">
              <a:defRPr sz="2400" b="0">
                <a:solidFill>
                  <a:srgbClr val="000000"/>
                </a:solidFill>
                <a:latin typeface="Arial"/>
                <a:ea typeface="Arial"/>
                <a:cs typeface="Arial"/>
              </a:defRPr>
            </a:lvl9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Core inputs are text-based Russian and Kazakh PDF/DOCX documents.</a:t>
            </a:r>
          </a:p>
        </p:txBody>
      </p:sp>
      <p:sp>
        <p:nvSpPr>
          <p:cNvPr id="4" name="point-3">
            <a:extLst xmlns:a="http://schemas.openxmlformats.org/drawingml/2006/main">
              <a:ext uri="{FF2B5EF4-FFF2-40B4-BE49-F238E27FC236}">
                <a16:creationId xmlns:a16="http://schemas.microsoft.com/office/drawing/2014/main" id="{40FF96BA-BBBB-4C9D-9A94-38FAFE8C1465}"/>
              </a:ext>
            </a:extLst>
          </p:cNvPr>
          <p:cNvSpPr>
            <a:spLocks xmlns:a="http://schemas.openxmlformats.org/drawingml/2006/main" noGrp="1"/>
          </p:cNvSpPr>
          <p:nvPr/>
        </p:nvSpPr>
        <p:spPr>
          <a:xfrm xmlns:a="http://schemas.openxmlformats.org/drawingml/2006/main">
            <a:off x="723900" y="3657600"/>
            <a:ext cx="107442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400" b="0">
                <a:solidFill>
                  <a:srgbClr val="000000"/>
                </a:solidFill>
                <a:latin typeface="Arial"/>
                <a:ea typeface="Arial"/>
                <a:cs typeface="Arial"/>
              </a:defRPr>
            </a:defPPr>
            <a:lvl1pPr algn="l">
              <a:defRPr sz="2400" b="0">
                <a:solidFill>
                  <a:srgbClr val="000000"/>
                </a:solidFill>
                <a:latin typeface="Arial"/>
                <a:ea typeface="Arial"/>
                <a:cs typeface="Arial"/>
              </a:defRPr>
            </a:lvl1pPr>
            <a:lvl2pPr algn="l">
              <a:defRPr sz="2400" b="0">
                <a:solidFill>
                  <a:srgbClr val="000000"/>
                </a:solidFill>
                <a:latin typeface="Arial"/>
                <a:ea typeface="Arial"/>
                <a:cs typeface="Arial"/>
              </a:defRPr>
            </a:lvl2pPr>
            <a:lvl3pPr algn="l">
              <a:defRPr sz="2400" b="0">
                <a:solidFill>
                  <a:srgbClr val="000000"/>
                </a:solidFill>
                <a:latin typeface="Arial"/>
                <a:ea typeface="Arial"/>
                <a:cs typeface="Arial"/>
              </a:defRPr>
            </a:lvl3pPr>
            <a:lvl4pPr algn="l">
              <a:defRPr sz="2400" b="0">
                <a:solidFill>
                  <a:srgbClr val="000000"/>
                </a:solidFill>
                <a:latin typeface="Arial"/>
                <a:ea typeface="Arial"/>
                <a:cs typeface="Arial"/>
              </a:defRPr>
            </a:lvl4pPr>
            <a:lvl5pPr algn="l">
              <a:defRPr sz="2400" b="0">
                <a:solidFill>
                  <a:srgbClr val="000000"/>
                </a:solidFill>
                <a:latin typeface="Arial"/>
                <a:ea typeface="Arial"/>
                <a:cs typeface="Arial"/>
              </a:defRPr>
            </a:lvl5pPr>
            <a:lvl6pPr algn="l">
              <a:defRPr sz="2400" b="0">
                <a:solidFill>
                  <a:srgbClr val="000000"/>
                </a:solidFill>
                <a:latin typeface="Arial"/>
                <a:ea typeface="Arial"/>
                <a:cs typeface="Arial"/>
              </a:defRPr>
            </a:lvl6pPr>
            <a:lvl7pPr algn="l">
              <a:defRPr sz="2400" b="0">
                <a:solidFill>
                  <a:srgbClr val="000000"/>
                </a:solidFill>
                <a:latin typeface="Arial"/>
                <a:ea typeface="Arial"/>
                <a:cs typeface="Arial"/>
              </a:defRPr>
            </a:lvl7pPr>
            <a:lvl8pPr algn="l">
              <a:defRPr sz="2400" b="0">
                <a:solidFill>
                  <a:srgbClr val="000000"/>
                </a:solidFill>
                <a:latin typeface="Arial"/>
                <a:ea typeface="Arial"/>
                <a:cs typeface="Arial"/>
              </a:defRPr>
            </a:lvl8pPr>
            <a:lvl9pPr algn="l">
              <a:defRPr sz="2400" b="0">
                <a:solidFill>
                  <a:srgbClr val="000000"/>
                </a:solidFill>
                <a:latin typeface="Arial"/>
                <a:ea typeface="Arial"/>
                <a:cs typeface="Arial"/>
              </a:defRPr>
            </a:lvl9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The core includes cited analysis, bounded questions, reviews and versioned reanalysis.</a:t>
            </a:r>
          </a:p>
        </p:txBody>
      </p:sp>
      <p:sp>
        <p:nvSpPr>
          <p:cNvPr id="5" name="point-4">
            <a:extLst xmlns:a="http://schemas.openxmlformats.org/drawingml/2006/main">
              <a:ext uri="{FF2B5EF4-FFF2-40B4-BE49-F238E27FC236}">
                <a16:creationId xmlns:a16="http://schemas.microsoft.com/office/drawing/2014/main" id="{7F1D2B3B-BBCF-4498-AB1D-0469F686579E}"/>
              </a:ext>
            </a:extLst>
          </p:cNvPr>
          <p:cNvSpPr>
            <a:spLocks xmlns:a="http://schemas.openxmlformats.org/drawingml/2006/main" noGrp="1"/>
          </p:cNvSpPr>
          <p:nvPr/>
        </p:nvSpPr>
        <p:spPr>
          <a:xfrm xmlns:a="http://schemas.openxmlformats.org/drawingml/2006/main">
            <a:off x="723900" y="4638675"/>
            <a:ext cx="107442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400" b="0">
                <a:solidFill>
                  <a:srgbClr val="000000"/>
                </a:solidFill>
                <a:latin typeface="Arial"/>
                <a:ea typeface="Arial"/>
                <a:cs typeface="Arial"/>
              </a:defRPr>
            </a:defPPr>
            <a:lvl1pPr algn="l">
              <a:defRPr sz="2400" b="0">
                <a:solidFill>
                  <a:srgbClr val="000000"/>
                </a:solidFill>
                <a:latin typeface="Arial"/>
                <a:ea typeface="Arial"/>
                <a:cs typeface="Arial"/>
              </a:defRPr>
            </a:lvl1pPr>
            <a:lvl2pPr algn="l">
              <a:defRPr sz="2400" b="0">
                <a:solidFill>
                  <a:srgbClr val="000000"/>
                </a:solidFill>
                <a:latin typeface="Arial"/>
                <a:ea typeface="Arial"/>
                <a:cs typeface="Arial"/>
              </a:defRPr>
            </a:lvl2pPr>
            <a:lvl3pPr algn="l">
              <a:defRPr sz="2400" b="0">
                <a:solidFill>
                  <a:srgbClr val="000000"/>
                </a:solidFill>
                <a:latin typeface="Arial"/>
                <a:ea typeface="Arial"/>
                <a:cs typeface="Arial"/>
              </a:defRPr>
            </a:lvl3pPr>
            <a:lvl4pPr algn="l">
              <a:defRPr sz="2400" b="0">
                <a:solidFill>
                  <a:srgbClr val="000000"/>
                </a:solidFill>
                <a:latin typeface="Arial"/>
                <a:ea typeface="Arial"/>
                <a:cs typeface="Arial"/>
              </a:defRPr>
            </a:lvl4pPr>
            <a:lvl5pPr algn="l">
              <a:defRPr sz="2400" b="0">
                <a:solidFill>
                  <a:srgbClr val="000000"/>
                </a:solidFill>
                <a:latin typeface="Arial"/>
                <a:ea typeface="Arial"/>
                <a:cs typeface="Arial"/>
              </a:defRPr>
            </a:lvl5pPr>
            <a:lvl6pPr algn="l">
              <a:defRPr sz="2400" b="0">
                <a:solidFill>
                  <a:srgbClr val="000000"/>
                </a:solidFill>
                <a:latin typeface="Arial"/>
                <a:ea typeface="Arial"/>
                <a:cs typeface="Arial"/>
              </a:defRPr>
            </a:lvl6pPr>
            <a:lvl7pPr algn="l">
              <a:defRPr sz="2400" b="0">
                <a:solidFill>
                  <a:srgbClr val="000000"/>
                </a:solidFill>
                <a:latin typeface="Arial"/>
                <a:ea typeface="Arial"/>
                <a:cs typeface="Arial"/>
              </a:defRPr>
            </a:lvl7pPr>
            <a:lvl8pPr algn="l">
              <a:defRPr sz="2400" b="0">
                <a:solidFill>
                  <a:srgbClr val="000000"/>
                </a:solidFill>
                <a:latin typeface="Arial"/>
                <a:ea typeface="Arial"/>
                <a:cs typeface="Arial"/>
              </a:defRPr>
            </a:lvl8pPr>
            <a:lvl9pPr algn="l">
              <a:defRPr sz="2400" b="0">
                <a:solidFill>
                  <a:srgbClr val="000000"/>
                </a:solidFill>
                <a:latin typeface="Arial"/>
                <a:ea typeface="Arial"/>
                <a:cs typeface="Arial"/>
              </a:defRPr>
            </a:lvl9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Detailed SEC/NFR evidence must be published. OCR, export, local generation and training are extensions.</a:t>
            </a:r>
          </a:p>
        </p:txBody>
      </p:sp>
      <p:sp>
        <p:nvSpPr>
          <p:cNvPr id="6" name="page">
            <a:extLst xmlns:a="http://schemas.openxmlformats.org/drawingml/2006/main">
              <a:ext uri="{FF2B5EF4-FFF2-40B4-BE49-F238E27FC236}">
                <a16:creationId xmlns:a16="http://schemas.microsoft.com/office/drawing/2014/main" id="{2628108E-D3CD-4BFA-B2F3-8FF37941CE04}"/>
              </a:ext>
            </a:extLst>
          </p:cNvPr>
          <p:cNvSpPr>
            <a:spLocks xmlns:a="http://schemas.openxmlformats.org/drawingml/2006/main" noGrp="1"/>
          </p:cNvSpPr>
          <p:nvPr/>
        </p:nvSpPr>
        <p:spPr>
          <a:xfrm xmlns:a="http://schemas.openxmlformats.org/drawingml/2006/main">
            <a:off x="11144250" y="62388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0">
                <a:solidFill>
                  <a:srgbClr val="000000"/>
                </a:solidFill>
                <a:latin typeface="Arial"/>
                <a:ea typeface="Arial"/>
                <a:cs typeface="Arial"/>
              </a:defRPr>
            </a:defPPr>
            <a:lvl1pPr algn="l">
              <a:defRPr sz="1500" b="0">
                <a:solidFill>
                  <a:srgbClr val="000000"/>
                </a:solidFill>
                <a:latin typeface="Arial"/>
                <a:ea typeface="Arial"/>
                <a:cs typeface="Arial"/>
              </a:defRPr>
            </a:lvl1pPr>
            <a:lvl2pPr algn="l">
              <a:defRPr sz="1500" b="0">
                <a:solidFill>
                  <a:srgbClr val="000000"/>
                </a:solidFill>
                <a:latin typeface="Arial"/>
                <a:ea typeface="Arial"/>
                <a:cs typeface="Arial"/>
              </a:defRPr>
            </a:lvl2pPr>
            <a:lvl3pPr algn="l">
              <a:defRPr sz="1500" b="0">
                <a:solidFill>
                  <a:srgbClr val="000000"/>
                </a:solidFill>
                <a:latin typeface="Arial"/>
                <a:ea typeface="Arial"/>
                <a:cs typeface="Arial"/>
              </a:defRPr>
            </a:lvl3pPr>
            <a:lvl4pPr algn="l">
              <a:defRPr sz="1500" b="0">
                <a:solidFill>
                  <a:srgbClr val="000000"/>
                </a:solidFill>
                <a:latin typeface="Arial"/>
                <a:ea typeface="Arial"/>
                <a:cs typeface="Arial"/>
              </a:defRPr>
            </a:lvl4pPr>
            <a:lvl5pPr algn="l">
              <a:defRPr sz="1500" b="0">
                <a:solidFill>
                  <a:srgbClr val="000000"/>
                </a:solidFill>
                <a:latin typeface="Arial"/>
                <a:ea typeface="Arial"/>
                <a:cs typeface="Arial"/>
              </a:defRPr>
            </a:lvl5pPr>
            <a:lvl6pPr algn="l">
              <a:defRPr sz="1500" b="0">
                <a:solidFill>
                  <a:srgbClr val="000000"/>
                </a:solidFill>
                <a:latin typeface="Arial"/>
                <a:ea typeface="Arial"/>
                <a:cs typeface="Arial"/>
              </a:defRPr>
            </a:lvl6pPr>
            <a:lvl7pPr algn="l">
              <a:defRPr sz="1500" b="0">
                <a:solidFill>
                  <a:srgbClr val="000000"/>
                </a:solidFill>
                <a:latin typeface="Arial"/>
                <a:ea typeface="Arial"/>
                <a:cs typeface="Arial"/>
              </a:defRPr>
            </a:lvl7pPr>
            <a:lvl8pPr algn="l">
              <a:defRPr sz="1500" b="0">
                <a:solidFill>
                  <a:srgbClr val="000000"/>
                </a:solidFill>
                <a:latin typeface="Arial"/>
                <a:ea typeface="Arial"/>
                <a:cs typeface="Arial"/>
              </a:defRPr>
            </a:lvl8pPr>
            <a:lvl9pPr algn="l">
              <a:defRPr sz="1500" b="0">
                <a:solidFill>
                  <a:srgbClr val="000000"/>
                </a:solidFill>
                <a:latin typeface="Arial"/>
                <a:ea typeface="Arial"/>
                <a:cs typeface="Arial"/>
              </a:defRPr>
            </a:lvl9pPr>
          </a:lstStyle>
          <a:p xmlns:a="http://schemas.openxmlformats.org/drawingml/2006/main">
            <a:pPr algn="l">
              <a:defRPr sz="1500" b="0">
                <a:solidFill>
                  <a:srgbClr val="000000"/>
                </a:solidFill>
                <a:latin typeface="Arial"/>
                <a:ea typeface="Arial"/>
                <a:cs typeface="Arial"/>
              </a:defRPr>
            </a:pPr>
            <a:r>
              <a:rPr sz="1500" b="0">
                <a:solidFill>
                  <a:srgbClr val="000000"/>
                </a:solidFill>
                <a:latin typeface="Arial"/>
                <a:ea typeface="Arial"/>
                <a:cs typeface="Arial"/>
              </a:rPr>
              <a:t>6</a:t>
            </a:r>
          </a:p>
        </p:txBody>
      </p:sp>
    </p:spTree>
    <p:extLst>
      <p:ext uri="{BB962C8B-B14F-4D97-AF65-F5344CB8AC3E}">
        <p14:creationId xmlns:p14="http://schemas.microsoft.com/office/powerpoint/2010/main" val="108894216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EAD93A57-21A6-4D66-A295-DB9212E998BA}"/>
              </a:ext>
            </a:extLst>
          </p:cNvPr>
          <p:cNvSpPr>
            <a:spLocks xmlns:a="http://schemas.openxmlformats.org/drawingml/2006/main" noGrp="1"/>
          </p:cNvSpPr>
          <p:nvPr/>
        </p:nvSpPr>
        <p:spPr>
          <a:xfrm xmlns:a="http://schemas.openxmlformats.org/drawingml/2006/main">
            <a:off x="723900" y="571500"/>
            <a:ext cx="107442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600" b="1">
                <a:solidFill>
                  <a:srgbClr val="000000"/>
                </a:solidFill>
                <a:latin typeface="Arial"/>
                <a:ea typeface="Arial"/>
                <a:cs typeface="Arial"/>
              </a:defRPr>
            </a:defPPr>
            <a:lvl1pPr algn="l">
              <a:defRPr sz="3600" b="1">
                <a:solidFill>
                  <a:srgbClr val="000000"/>
                </a:solidFill>
                <a:latin typeface="Arial"/>
                <a:ea typeface="Arial"/>
                <a:cs typeface="Arial"/>
              </a:defRPr>
            </a:lvl1pPr>
            <a:lvl2pPr algn="l">
              <a:defRPr sz="3600" b="1">
                <a:solidFill>
                  <a:srgbClr val="000000"/>
                </a:solidFill>
                <a:latin typeface="Arial"/>
                <a:ea typeface="Arial"/>
                <a:cs typeface="Arial"/>
              </a:defRPr>
            </a:lvl2pPr>
            <a:lvl3pPr algn="l">
              <a:defRPr sz="3600" b="1">
                <a:solidFill>
                  <a:srgbClr val="000000"/>
                </a:solidFill>
                <a:latin typeface="Arial"/>
                <a:ea typeface="Arial"/>
                <a:cs typeface="Arial"/>
              </a:defRPr>
            </a:lvl3pPr>
            <a:lvl4pPr algn="l">
              <a:defRPr sz="3600" b="1">
                <a:solidFill>
                  <a:srgbClr val="000000"/>
                </a:solidFill>
                <a:latin typeface="Arial"/>
                <a:ea typeface="Arial"/>
                <a:cs typeface="Arial"/>
              </a:defRPr>
            </a:lvl4pPr>
            <a:lvl5pPr algn="l">
              <a:defRPr sz="3600" b="1">
                <a:solidFill>
                  <a:srgbClr val="000000"/>
                </a:solidFill>
                <a:latin typeface="Arial"/>
                <a:ea typeface="Arial"/>
                <a:cs typeface="Arial"/>
              </a:defRPr>
            </a:lvl5pPr>
            <a:lvl6pPr algn="l">
              <a:defRPr sz="3600" b="1">
                <a:solidFill>
                  <a:srgbClr val="000000"/>
                </a:solidFill>
                <a:latin typeface="Arial"/>
                <a:ea typeface="Arial"/>
                <a:cs typeface="Arial"/>
              </a:defRPr>
            </a:lvl6pPr>
            <a:lvl7pPr algn="l">
              <a:defRPr sz="3600" b="1">
                <a:solidFill>
                  <a:srgbClr val="000000"/>
                </a:solidFill>
                <a:latin typeface="Arial"/>
                <a:ea typeface="Arial"/>
                <a:cs typeface="Arial"/>
              </a:defRPr>
            </a:lvl7pPr>
            <a:lvl8pPr algn="l">
              <a:defRPr sz="3600" b="1">
                <a:solidFill>
                  <a:srgbClr val="000000"/>
                </a:solidFill>
                <a:latin typeface="Arial"/>
                <a:ea typeface="Arial"/>
                <a:cs typeface="Arial"/>
              </a:defRPr>
            </a:lvl8pPr>
            <a:lvl9pPr algn="l">
              <a:defRPr sz="3600" b="1">
                <a:solidFill>
                  <a:srgbClr val="000000"/>
                </a:solidFill>
                <a:latin typeface="Arial"/>
                <a:ea typeface="Arial"/>
                <a:cs typeface="Arial"/>
              </a:defRPr>
            </a:lvl9pPr>
          </a:lstStyle>
          <a:p xmlns:a="http://schemas.openxmlformats.org/drawingml/2006/main">
            <a:pPr algn="l">
              <a:defRPr sz="3600" b="1">
                <a:solidFill>
                  <a:srgbClr val="000000"/>
                </a:solidFill>
                <a:latin typeface="Arial"/>
                <a:ea typeface="Arial"/>
                <a:cs typeface="Arial"/>
              </a:defRPr>
            </a:pPr>
            <a:r>
              <a:rPr sz="3600" b="1">
                <a:solidFill>
                  <a:srgbClr val="000000"/>
                </a:solidFill>
                <a:latin typeface="Arial"/>
                <a:ea typeface="Arial"/>
                <a:cs typeface="Arial"/>
              </a:rPr>
              <a:t>Research foundation</a:t>
            </a:r>
          </a:p>
        </p:txBody>
      </p:sp>
      <p:sp>
        <p:nvSpPr>
          <p:cNvPr id="2" name="point-1">
            <a:extLst xmlns:a="http://schemas.openxmlformats.org/drawingml/2006/main">
              <a:ext uri="{FF2B5EF4-FFF2-40B4-BE49-F238E27FC236}">
                <a16:creationId xmlns:a16="http://schemas.microsoft.com/office/drawing/2014/main" id="{C5A55A66-83DD-4B6D-B0D6-9FF8830D2D7D}"/>
              </a:ext>
            </a:extLst>
          </p:cNvPr>
          <p:cNvSpPr>
            <a:spLocks xmlns:a="http://schemas.openxmlformats.org/drawingml/2006/main" noGrp="1"/>
          </p:cNvSpPr>
          <p:nvPr/>
        </p:nvSpPr>
        <p:spPr>
          <a:xfrm xmlns:a="http://schemas.openxmlformats.org/drawingml/2006/main">
            <a:off x="723900" y="1695450"/>
            <a:ext cx="107442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400" b="0">
                <a:solidFill>
                  <a:srgbClr val="000000"/>
                </a:solidFill>
                <a:latin typeface="Arial"/>
                <a:ea typeface="Arial"/>
                <a:cs typeface="Arial"/>
              </a:defRPr>
            </a:defPPr>
            <a:lvl1pPr algn="l">
              <a:defRPr sz="2400" b="0">
                <a:solidFill>
                  <a:srgbClr val="000000"/>
                </a:solidFill>
                <a:latin typeface="Arial"/>
                <a:ea typeface="Arial"/>
                <a:cs typeface="Arial"/>
              </a:defRPr>
            </a:lvl1pPr>
            <a:lvl2pPr algn="l">
              <a:defRPr sz="2400" b="0">
                <a:solidFill>
                  <a:srgbClr val="000000"/>
                </a:solidFill>
                <a:latin typeface="Arial"/>
                <a:ea typeface="Arial"/>
                <a:cs typeface="Arial"/>
              </a:defRPr>
            </a:lvl2pPr>
            <a:lvl3pPr algn="l">
              <a:defRPr sz="2400" b="0">
                <a:solidFill>
                  <a:srgbClr val="000000"/>
                </a:solidFill>
                <a:latin typeface="Arial"/>
                <a:ea typeface="Arial"/>
                <a:cs typeface="Arial"/>
              </a:defRPr>
            </a:lvl3pPr>
            <a:lvl4pPr algn="l">
              <a:defRPr sz="2400" b="0">
                <a:solidFill>
                  <a:srgbClr val="000000"/>
                </a:solidFill>
                <a:latin typeface="Arial"/>
                <a:ea typeface="Arial"/>
                <a:cs typeface="Arial"/>
              </a:defRPr>
            </a:lvl4pPr>
            <a:lvl5pPr algn="l">
              <a:defRPr sz="2400" b="0">
                <a:solidFill>
                  <a:srgbClr val="000000"/>
                </a:solidFill>
                <a:latin typeface="Arial"/>
                <a:ea typeface="Arial"/>
                <a:cs typeface="Arial"/>
              </a:defRPr>
            </a:lvl5pPr>
            <a:lvl6pPr algn="l">
              <a:defRPr sz="2400" b="0">
                <a:solidFill>
                  <a:srgbClr val="000000"/>
                </a:solidFill>
                <a:latin typeface="Arial"/>
                <a:ea typeface="Arial"/>
                <a:cs typeface="Arial"/>
              </a:defRPr>
            </a:lvl6pPr>
            <a:lvl7pPr algn="l">
              <a:defRPr sz="2400" b="0">
                <a:solidFill>
                  <a:srgbClr val="000000"/>
                </a:solidFill>
                <a:latin typeface="Arial"/>
                <a:ea typeface="Arial"/>
                <a:cs typeface="Arial"/>
              </a:defRPr>
            </a:lvl7pPr>
            <a:lvl8pPr algn="l">
              <a:defRPr sz="2400" b="0">
                <a:solidFill>
                  <a:srgbClr val="000000"/>
                </a:solidFill>
                <a:latin typeface="Arial"/>
                <a:ea typeface="Arial"/>
                <a:cs typeface="Arial"/>
              </a:defRPr>
            </a:lvl8pPr>
            <a:lvl9pPr algn="l">
              <a:defRPr sz="2400" b="0">
                <a:solidFill>
                  <a:srgbClr val="000000"/>
                </a:solidFill>
                <a:latin typeface="Arial"/>
                <a:ea typeface="Arial"/>
                <a:cs typeface="Arial"/>
              </a:defRPr>
            </a:lvl9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One shared review discusses twelve scientific publications and their limitations.</a:t>
            </a:r>
          </a:p>
        </p:txBody>
      </p:sp>
      <p:sp>
        <p:nvSpPr>
          <p:cNvPr id="3" name="point-2">
            <a:extLst xmlns:a="http://schemas.openxmlformats.org/drawingml/2006/main">
              <a:ext uri="{FF2B5EF4-FFF2-40B4-BE49-F238E27FC236}">
                <a16:creationId xmlns:a16="http://schemas.microsoft.com/office/drawing/2014/main" id="{81CE7540-7C69-429B-8329-34E72A78A6C9}"/>
              </a:ext>
            </a:extLst>
          </p:cNvPr>
          <p:cNvSpPr>
            <a:spLocks xmlns:a="http://schemas.openxmlformats.org/drawingml/2006/main" noGrp="1"/>
          </p:cNvSpPr>
          <p:nvPr/>
        </p:nvSpPr>
        <p:spPr>
          <a:xfrm xmlns:a="http://schemas.openxmlformats.org/drawingml/2006/main">
            <a:off x="723900" y="2676525"/>
            <a:ext cx="107442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400" b="0">
                <a:solidFill>
                  <a:srgbClr val="000000"/>
                </a:solidFill>
                <a:latin typeface="Arial"/>
                <a:ea typeface="Arial"/>
                <a:cs typeface="Arial"/>
              </a:defRPr>
            </a:defPPr>
            <a:lvl1pPr algn="l">
              <a:defRPr sz="2400" b="0">
                <a:solidFill>
                  <a:srgbClr val="000000"/>
                </a:solidFill>
                <a:latin typeface="Arial"/>
                <a:ea typeface="Arial"/>
                <a:cs typeface="Arial"/>
              </a:defRPr>
            </a:lvl1pPr>
            <a:lvl2pPr algn="l">
              <a:defRPr sz="2400" b="0">
                <a:solidFill>
                  <a:srgbClr val="000000"/>
                </a:solidFill>
                <a:latin typeface="Arial"/>
                <a:ea typeface="Arial"/>
                <a:cs typeface="Arial"/>
              </a:defRPr>
            </a:lvl2pPr>
            <a:lvl3pPr algn="l">
              <a:defRPr sz="2400" b="0">
                <a:solidFill>
                  <a:srgbClr val="000000"/>
                </a:solidFill>
                <a:latin typeface="Arial"/>
                <a:ea typeface="Arial"/>
                <a:cs typeface="Arial"/>
              </a:defRPr>
            </a:lvl3pPr>
            <a:lvl4pPr algn="l">
              <a:defRPr sz="2400" b="0">
                <a:solidFill>
                  <a:srgbClr val="000000"/>
                </a:solidFill>
                <a:latin typeface="Arial"/>
                <a:ea typeface="Arial"/>
                <a:cs typeface="Arial"/>
              </a:defRPr>
            </a:lvl4pPr>
            <a:lvl5pPr algn="l">
              <a:defRPr sz="2400" b="0">
                <a:solidFill>
                  <a:srgbClr val="000000"/>
                </a:solidFill>
                <a:latin typeface="Arial"/>
                <a:ea typeface="Arial"/>
                <a:cs typeface="Arial"/>
              </a:defRPr>
            </a:lvl5pPr>
            <a:lvl6pPr algn="l">
              <a:defRPr sz="2400" b="0">
                <a:solidFill>
                  <a:srgbClr val="000000"/>
                </a:solidFill>
                <a:latin typeface="Arial"/>
                <a:ea typeface="Arial"/>
                <a:cs typeface="Arial"/>
              </a:defRPr>
            </a:lvl6pPr>
            <a:lvl7pPr algn="l">
              <a:defRPr sz="2400" b="0">
                <a:solidFill>
                  <a:srgbClr val="000000"/>
                </a:solidFill>
                <a:latin typeface="Arial"/>
                <a:ea typeface="Arial"/>
                <a:cs typeface="Arial"/>
              </a:defRPr>
            </a:lvl7pPr>
            <a:lvl8pPr algn="l">
              <a:defRPr sz="2400" b="0">
                <a:solidFill>
                  <a:srgbClr val="000000"/>
                </a:solidFill>
                <a:latin typeface="Arial"/>
                <a:ea typeface="Arial"/>
                <a:cs typeface="Arial"/>
              </a:defRPr>
            </a:lvl8pPr>
            <a:lvl9pPr algn="l">
              <a:defRPr sz="2400" b="0">
                <a:solidFill>
                  <a:srgbClr val="000000"/>
                </a:solidFill>
                <a:latin typeface="Arial"/>
                <a:ea typeface="Arial"/>
                <a:cs typeface="Arial"/>
              </a:defRPr>
            </a:lvl9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Retrieval and citation studies motivate complete-evidence and support measurements.</a:t>
            </a:r>
          </a:p>
        </p:txBody>
      </p:sp>
      <p:sp>
        <p:nvSpPr>
          <p:cNvPr id="4" name="point-3">
            <a:extLst xmlns:a="http://schemas.openxmlformats.org/drawingml/2006/main">
              <a:ext uri="{FF2B5EF4-FFF2-40B4-BE49-F238E27FC236}">
                <a16:creationId xmlns:a16="http://schemas.microsoft.com/office/drawing/2014/main" id="{24E90447-040D-4D65-8274-D751D691FFA6}"/>
              </a:ext>
            </a:extLst>
          </p:cNvPr>
          <p:cNvSpPr>
            <a:spLocks xmlns:a="http://schemas.openxmlformats.org/drawingml/2006/main" noGrp="1"/>
          </p:cNvSpPr>
          <p:nvPr/>
        </p:nvSpPr>
        <p:spPr>
          <a:xfrm xmlns:a="http://schemas.openxmlformats.org/drawingml/2006/main">
            <a:off x="723900" y="3657600"/>
            <a:ext cx="107442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400" b="0">
                <a:solidFill>
                  <a:srgbClr val="000000"/>
                </a:solidFill>
                <a:latin typeface="Arial"/>
                <a:ea typeface="Arial"/>
                <a:cs typeface="Arial"/>
              </a:defRPr>
            </a:defPPr>
            <a:lvl1pPr algn="l">
              <a:defRPr sz="2400" b="0">
                <a:solidFill>
                  <a:srgbClr val="000000"/>
                </a:solidFill>
                <a:latin typeface="Arial"/>
                <a:ea typeface="Arial"/>
                <a:cs typeface="Arial"/>
              </a:defRPr>
            </a:lvl1pPr>
            <a:lvl2pPr algn="l">
              <a:defRPr sz="2400" b="0">
                <a:solidFill>
                  <a:srgbClr val="000000"/>
                </a:solidFill>
                <a:latin typeface="Arial"/>
                <a:ea typeface="Arial"/>
                <a:cs typeface="Arial"/>
              </a:defRPr>
            </a:lvl2pPr>
            <a:lvl3pPr algn="l">
              <a:defRPr sz="2400" b="0">
                <a:solidFill>
                  <a:srgbClr val="000000"/>
                </a:solidFill>
                <a:latin typeface="Arial"/>
                <a:ea typeface="Arial"/>
                <a:cs typeface="Arial"/>
              </a:defRPr>
            </a:lvl3pPr>
            <a:lvl4pPr algn="l">
              <a:defRPr sz="2400" b="0">
                <a:solidFill>
                  <a:srgbClr val="000000"/>
                </a:solidFill>
                <a:latin typeface="Arial"/>
                <a:ea typeface="Arial"/>
                <a:cs typeface="Arial"/>
              </a:defRPr>
            </a:lvl4pPr>
            <a:lvl5pPr algn="l">
              <a:defRPr sz="2400" b="0">
                <a:solidFill>
                  <a:srgbClr val="000000"/>
                </a:solidFill>
                <a:latin typeface="Arial"/>
                <a:ea typeface="Arial"/>
                <a:cs typeface="Arial"/>
              </a:defRPr>
            </a:lvl5pPr>
            <a:lvl6pPr algn="l">
              <a:defRPr sz="2400" b="0">
                <a:solidFill>
                  <a:srgbClr val="000000"/>
                </a:solidFill>
                <a:latin typeface="Arial"/>
                <a:ea typeface="Arial"/>
                <a:cs typeface="Arial"/>
              </a:defRPr>
            </a:lvl6pPr>
            <a:lvl7pPr algn="l">
              <a:defRPr sz="2400" b="0">
                <a:solidFill>
                  <a:srgbClr val="000000"/>
                </a:solidFill>
                <a:latin typeface="Arial"/>
                <a:ea typeface="Arial"/>
                <a:cs typeface="Arial"/>
              </a:defRPr>
            </a:lvl7pPr>
            <a:lvl8pPr algn="l">
              <a:defRPr sz="2400" b="0">
                <a:solidFill>
                  <a:srgbClr val="000000"/>
                </a:solidFill>
                <a:latin typeface="Arial"/>
                <a:ea typeface="Arial"/>
                <a:cs typeface="Arial"/>
              </a:defRPr>
            </a:lvl8pPr>
            <a:lvl9pPr algn="l">
              <a:defRPr sz="2400" b="0">
                <a:solidFill>
                  <a:srgbClr val="000000"/>
                </a:solidFill>
                <a:latin typeface="Arial"/>
                <a:ea typeface="Arial"/>
                <a:cs typeface="Arial"/>
              </a:defRPr>
            </a:lvl9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Agent-failure and security studies motivate bounded handoffs and explicit validation.</a:t>
            </a:r>
          </a:p>
        </p:txBody>
      </p:sp>
      <p:sp>
        <p:nvSpPr>
          <p:cNvPr id="5" name="point-4">
            <a:extLst xmlns:a="http://schemas.openxmlformats.org/drawingml/2006/main">
              <a:ext uri="{FF2B5EF4-FFF2-40B4-BE49-F238E27FC236}">
                <a16:creationId xmlns:a16="http://schemas.microsoft.com/office/drawing/2014/main" id="{D66FCA0A-DC07-4299-B8A2-0BAD11E64BFD}"/>
              </a:ext>
            </a:extLst>
          </p:cNvPr>
          <p:cNvSpPr>
            <a:spLocks xmlns:a="http://schemas.openxmlformats.org/drawingml/2006/main" noGrp="1"/>
          </p:cNvSpPr>
          <p:nvPr/>
        </p:nvSpPr>
        <p:spPr>
          <a:xfrm xmlns:a="http://schemas.openxmlformats.org/drawingml/2006/main">
            <a:off x="723900" y="4638675"/>
            <a:ext cx="107442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400" b="0">
                <a:solidFill>
                  <a:srgbClr val="000000"/>
                </a:solidFill>
                <a:latin typeface="Arial"/>
                <a:ea typeface="Arial"/>
                <a:cs typeface="Arial"/>
              </a:defRPr>
            </a:defPPr>
            <a:lvl1pPr algn="l">
              <a:defRPr sz="2400" b="0">
                <a:solidFill>
                  <a:srgbClr val="000000"/>
                </a:solidFill>
                <a:latin typeface="Arial"/>
                <a:ea typeface="Arial"/>
                <a:cs typeface="Arial"/>
              </a:defRPr>
            </a:lvl1pPr>
            <a:lvl2pPr algn="l">
              <a:defRPr sz="2400" b="0">
                <a:solidFill>
                  <a:srgbClr val="000000"/>
                </a:solidFill>
                <a:latin typeface="Arial"/>
                <a:ea typeface="Arial"/>
                <a:cs typeface="Arial"/>
              </a:defRPr>
            </a:lvl2pPr>
            <a:lvl3pPr algn="l">
              <a:defRPr sz="2400" b="0">
                <a:solidFill>
                  <a:srgbClr val="000000"/>
                </a:solidFill>
                <a:latin typeface="Arial"/>
                <a:ea typeface="Arial"/>
                <a:cs typeface="Arial"/>
              </a:defRPr>
            </a:lvl3pPr>
            <a:lvl4pPr algn="l">
              <a:defRPr sz="2400" b="0">
                <a:solidFill>
                  <a:srgbClr val="000000"/>
                </a:solidFill>
                <a:latin typeface="Arial"/>
                <a:ea typeface="Arial"/>
                <a:cs typeface="Arial"/>
              </a:defRPr>
            </a:lvl4pPr>
            <a:lvl5pPr algn="l">
              <a:defRPr sz="2400" b="0">
                <a:solidFill>
                  <a:srgbClr val="000000"/>
                </a:solidFill>
                <a:latin typeface="Arial"/>
                <a:ea typeface="Arial"/>
                <a:cs typeface="Arial"/>
              </a:defRPr>
            </a:lvl5pPr>
            <a:lvl6pPr algn="l">
              <a:defRPr sz="2400" b="0">
                <a:solidFill>
                  <a:srgbClr val="000000"/>
                </a:solidFill>
                <a:latin typeface="Arial"/>
                <a:ea typeface="Arial"/>
                <a:cs typeface="Arial"/>
              </a:defRPr>
            </a:lvl6pPr>
            <a:lvl7pPr algn="l">
              <a:defRPr sz="2400" b="0">
                <a:solidFill>
                  <a:srgbClr val="000000"/>
                </a:solidFill>
                <a:latin typeface="Arial"/>
                <a:ea typeface="Arial"/>
                <a:cs typeface="Arial"/>
              </a:defRPr>
            </a:lvl7pPr>
            <a:lvl8pPr algn="l">
              <a:defRPr sz="2400" b="0">
                <a:solidFill>
                  <a:srgbClr val="000000"/>
                </a:solidFill>
                <a:latin typeface="Arial"/>
                <a:ea typeface="Arial"/>
                <a:cs typeface="Arial"/>
              </a:defRPr>
            </a:lvl8pPr>
            <a:lvl9pPr algn="l">
              <a:defRPr sz="2400" b="0">
                <a:solidFill>
                  <a:srgbClr val="000000"/>
                </a:solidFill>
                <a:latin typeface="Arial"/>
                <a:ea typeface="Arial"/>
                <a:cs typeface="Arial"/>
              </a:defRPr>
            </a:lvl9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The proposed staged method must justify its additional cost against a simpler baseline.</a:t>
            </a:r>
          </a:p>
        </p:txBody>
      </p:sp>
      <p:sp>
        <p:nvSpPr>
          <p:cNvPr id="6" name="page">
            <a:extLst xmlns:a="http://schemas.openxmlformats.org/drawingml/2006/main">
              <a:ext uri="{FF2B5EF4-FFF2-40B4-BE49-F238E27FC236}">
                <a16:creationId xmlns:a16="http://schemas.microsoft.com/office/drawing/2014/main" id="{4916B1F9-0A1B-4B75-8DC9-0EEC1DCE0651}"/>
              </a:ext>
            </a:extLst>
          </p:cNvPr>
          <p:cNvSpPr>
            <a:spLocks xmlns:a="http://schemas.openxmlformats.org/drawingml/2006/main" noGrp="1"/>
          </p:cNvSpPr>
          <p:nvPr/>
        </p:nvSpPr>
        <p:spPr>
          <a:xfrm xmlns:a="http://schemas.openxmlformats.org/drawingml/2006/main">
            <a:off x="11144250" y="62388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0">
                <a:solidFill>
                  <a:srgbClr val="000000"/>
                </a:solidFill>
                <a:latin typeface="Arial"/>
                <a:ea typeface="Arial"/>
                <a:cs typeface="Arial"/>
              </a:defRPr>
            </a:defPPr>
            <a:lvl1pPr algn="l">
              <a:defRPr sz="1500" b="0">
                <a:solidFill>
                  <a:srgbClr val="000000"/>
                </a:solidFill>
                <a:latin typeface="Arial"/>
                <a:ea typeface="Arial"/>
                <a:cs typeface="Arial"/>
              </a:defRPr>
            </a:lvl1pPr>
            <a:lvl2pPr algn="l">
              <a:defRPr sz="1500" b="0">
                <a:solidFill>
                  <a:srgbClr val="000000"/>
                </a:solidFill>
                <a:latin typeface="Arial"/>
                <a:ea typeface="Arial"/>
                <a:cs typeface="Arial"/>
              </a:defRPr>
            </a:lvl2pPr>
            <a:lvl3pPr algn="l">
              <a:defRPr sz="1500" b="0">
                <a:solidFill>
                  <a:srgbClr val="000000"/>
                </a:solidFill>
                <a:latin typeface="Arial"/>
                <a:ea typeface="Arial"/>
                <a:cs typeface="Arial"/>
              </a:defRPr>
            </a:lvl3pPr>
            <a:lvl4pPr algn="l">
              <a:defRPr sz="1500" b="0">
                <a:solidFill>
                  <a:srgbClr val="000000"/>
                </a:solidFill>
                <a:latin typeface="Arial"/>
                <a:ea typeface="Arial"/>
                <a:cs typeface="Arial"/>
              </a:defRPr>
            </a:lvl4pPr>
            <a:lvl5pPr algn="l">
              <a:defRPr sz="1500" b="0">
                <a:solidFill>
                  <a:srgbClr val="000000"/>
                </a:solidFill>
                <a:latin typeface="Arial"/>
                <a:ea typeface="Arial"/>
                <a:cs typeface="Arial"/>
              </a:defRPr>
            </a:lvl5pPr>
            <a:lvl6pPr algn="l">
              <a:defRPr sz="1500" b="0">
                <a:solidFill>
                  <a:srgbClr val="000000"/>
                </a:solidFill>
                <a:latin typeface="Arial"/>
                <a:ea typeface="Arial"/>
                <a:cs typeface="Arial"/>
              </a:defRPr>
            </a:lvl6pPr>
            <a:lvl7pPr algn="l">
              <a:defRPr sz="1500" b="0">
                <a:solidFill>
                  <a:srgbClr val="000000"/>
                </a:solidFill>
                <a:latin typeface="Arial"/>
                <a:ea typeface="Arial"/>
                <a:cs typeface="Arial"/>
              </a:defRPr>
            </a:lvl7pPr>
            <a:lvl8pPr algn="l">
              <a:defRPr sz="1500" b="0">
                <a:solidFill>
                  <a:srgbClr val="000000"/>
                </a:solidFill>
                <a:latin typeface="Arial"/>
                <a:ea typeface="Arial"/>
                <a:cs typeface="Arial"/>
              </a:defRPr>
            </a:lvl8pPr>
            <a:lvl9pPr algn="l">
              <a:defRPr sz="1500" b="0">
                <a:solidFill>
                  <a:srgbClr val="000000"/>
                </a:solidFill>
                <a:latin typeface="Arial"/>
                <a:ea typeface="Arial"/>
                <a:cs typeface="Arial"/>
              </a:defRPr>
            </a:lvl9pPr>
          </a:lstStyle>
          <a:p xmlns:a="http://schemas.openxmlformats.org/drawingml/2006/main">
            <a:pPr algn="l">
              <a:defRPr sz="1500" b="0">
                <a:solidFill>
                  <a:srgbClr val="000000"/>
                </a:solidFill>
                <a:latin typeface="Arial"/>
                <a:ea typeface="Arial"/>
                <a:cs typeface="Arial"/>
              </a:defRPr>
            </a:pPr>
            <a:r>
              <a:rPr sz="1500" b="0">
                <a:solidFill>
                  <a:srgbClr val="000000"/>
                </a:solidFill>
                <a:latin typeface="Arial"/>
                <a:ea typeface="Arial"/>
                <a:cs typeface="Arial"/>
              </a:rPr>
              <a:t>7</a:t>
            </a:r>
          </a:p>
        </p:txBody>
      </p:sp>
    </p:spTree>
    <p:extLst>
      <p:ext uri="{BB962C8B-B14F-4D97-AF65-F5344CB8AC3E}">
        <p14:creationId xmlns:p14="http://schemas.microsoft.com/office/powerpoint/2010/main" val="165350622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F19903B7-42AD-4B9A-8FBE-33C8BA61A077}"/>
              </a:ext>
            </a:extLst>
          </p:cNvPr>
          <p:cNvSpPr>
            <a:spLocks xmlns:a="http://schemas.openxmlformats.org/drawingml/2006/main" noGrp="1"/>
          </p:cNvSpPr>
          <p:nvPr/>
        </p:nvSpPr>
        <p:spPr>
          <a:xfrm xmlns:a="http://schemas.openxmlformats.org/drawingml/2006/main">
            <a:off x="723900" y="571500"/>
            <a:ext cx="107442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600" b="1">
                <a:solidFill>
                  <a:srgbClr val="000000"/>
                </a:solidFill>
                <a:latin typeface="Arial"/>
                <a:ea typeface="Arial"/>
                <a:cs typeface="Arial"/>
              </a:defRPr>
            </a:defPPr>
            <a:lvl1pPr algn="l">
              <a:defRPr sz="3600" b="1">
                <a:solidFill>
                  <a:srgbClr val="000000"/>
                </a:solidFill>
                <a:latin typeface="Arial"/>
                <a:ea typeface="Arial"/>
                <a:cs typeface="Arial"/>
              </a:defRPr>
            </a:lvl1pPr>
            <a:lvl2pPr algn="l">
              <a:defRPr sz="3600" b="1">
                <a:solidFill>
                  <a:srgbClr val="000000"/>
                </a:solidFill>
                <a:latin typeface="Arial"/>
                <a:ea typeface="Arial"/>
                <a:cs typeface="Arial"/>
              </a:defRPr>
            </a:lvl2pPr>
            <a:lvl3pPr algn="l">
              <a:defRPr sz="3600" b="1">
                <a:solidFill>
                  <a:srgbClr val="000000"/>
                </a:solidFill>
                <a:latin typeface="Arial"/>
                <a:ea typeface="Arial"/>
                <a:cs typeface="Arial"/>
              </a:defRPr>
            </a:lvl3pPr>
            <a:lvl4pPr algn="l">
              <a:defRPr sz="3600" b="1">
                <a:solidFill>
                  <a:srgbClr val="000000"/>
                </a:solidFill>
                <a:latin typeface="Arial"/>
                <a:ea typeface="Arial"/>
                <a:cs typeface="Arial"/>
              </a:defRPr>
            </a:lvl4pPr>
            <a:lvl5pPr algn="l">
              <a:defRPr sz="3600" b="1">
                <a:solidFill>
                  <a:srgbClr val="000000"/>
                </a:solidFill>
                <a:latin typeface="Arial"/>
                <a:ea typeface="Arial"/>
                <a:cs typeface="Arial"/>
              </a:defRPr>
            </a:lvl5pPr>
            <a:lvl6pPr algn="l">
              <a:defRPr sz="3600" b="1">
                <a:solidFill>
                  <a:srgbClr val="000000"/>
                </a:solidFill>
                <a:latin typeface="Arial"/>
                <a:ea typeface="Arial"/>
                <a:cs typeface="Arial"/>
              </a:defRPr>
            </a:lvl6pPr>
            <a:lvl7pPr algn="l">
              <a:defRPr sz="3600" b="1">
                <a:solidFill>
                  <a:srgbClr val="000000"/>
                </a:solidFill>
                <a:latin typeface="Arial"/>
                <a:ea typeface="Arial"/>
                <a:cs typeface="Arial"/>
              </a:defRPr>
            </a:lvl7pPr>
            <a:lvl8pPr algn="l">
              <a:defRPr sz="3600" b="1">
                <a:solidFill>
                  <a:srgbClr val="000000"/>
                </a:solidFill>
                <a:latin typeface="Arial"/>
                <a:ea typeface="Arial"/>
                <a:cs typeface="Arial"/>
              </a:defRPr>
            </a:lvl8pPr>
            <a:lvl9pPr algn="l">
              <a:defRPr sz="3600" b="1">
                <a:solidFill>
                  <a:srgbClr val="000000"/>
                </a:solidFill>
                <a:latin typeface="Arial"/>
                <a:ea typeface="Arial"/>
                <a:cs typeface="Arial"/>
              </a:defRPr>
            </a:lvl9pPr>
          </a:lstStyle>
          <a:p xmlns:a="http://schemas.openxmlformats.org/drawingml/2006/main">
            <a:pPr algn="l">
              <a:defRPr sz="3600" b="1">
                <a:solidFill>
                  <a:srgbClr val="000000"/>
                </a:solidFill>
                <a:latin typeface="Arial"/>
                <a:ea typeface="Arial"/>
                <a:cs typeface="Arial"/>
              </a:defRPr>
            </a:pPr>
            <a:r>
              <a:rPr sz="3600" b="1">
                <a:solidFill>
                  <a:srgbClr val="000000"/>
                </a:solidFill>
                <a:latin typeface="Arial"/>
                <a:ea typeface="Arial"/>
                <a:cs typeface="Arial"/>
              </a:rPr>
              <a:t>Regional systems comparison</a:t>
            </a:r>
          </a:p>
        </p:txBody>
      </p:sp>
      <p:sp>
        <p:nvSpPr>
          <p:cNvPr id="2" name="point-1">
            <a:extLst xmlns:a="http://schemas.openxmlformats.org/drawingml/2006/main">
              <a:ext uri="{FF2B5EF4-FFF2-40B4-BE49-F238E27FC236}">
                <a16:creationId xmlns:a16="http://schemas.microsoft.com/office/drawing/2014/main" id="{6D84A78B-EF35-498F-BB8E-347368CB4B97}"/>
              </a:ext>
            </a:extLst>
          </p:cNvPr>
          <p:cNvSpPr>
            <a:spLocks xmlns:a="http://schemas.openxmlformats.org/drawingml/2006/main" noGrp="1"/>
          </p:cNvSpPr>
          <p:nvPr/>
        </p:nvSpPr>
        <p:spPr>
          <a:xfrm xmlns:a="http://schemas.openxmlformats.org/drawingml/2006/main">
            <a:off x="723900" y="1695450"/>
            <a:ext cx="107442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400" b="0">
                <a:solidFill>
                  <a:srgbClr val="000000"/>
                </a:solidFill>
                <a:latin typeface="Arial"/>
                <a:ea typeface="Arial"/>
                <a:cs typeface="Arial"/>
              </a:defRPr>
            </a:defPPr>
            <a:lvl1pPr algn="l">
              <a:defRPr sz="2400" b="0">
                <a:solidFill>
                  <a:srgbClr val="000000"/>
                </a:solidFill>
                <a:latin typeface="Arial"/>
                <a:ea typeface="Arial"/>
                <a:cs typeface="Arial"/>
              </a:defRPr>
            </a:lvl1pPr>
            <a:lvl2pPr algn="l">
              <a:defRPr sz="2400" b="0">
                <a:solidFill>
                  <a:srgbClr val="000000"/>
                </a:solidFill>
                <a:latin typeface="Arial"/>
                <a:ea typeface="Arial"/>
                <a:cs typeface="Arial"/>
              </a:defRPr>
            </a:lvl2pPr>
            <a:lvl3pPr algn="l">
              <a:defRPr sz="2400" b="0">
                <a:solidFill>
                  <a:srgbClr val="000000"/>
                </a:solidFill>
                <a:latin typeface="Arial"/>
                <a:ea typeface="Arial"/>
                <a:cs typeface="Arial"/>
              </a:defRPr>
            </a:lvl3pPr>
            <a:lvl4pPr algn="l">
              <a:defRPr sz="2400" b="0">
                <a:solidFill>
                  <a:srgbClr val="000000"/>
                </a:solidFill>
                <a:latin typeface="Arial"/>
                <a:ea typeface="Arial"/>
                <a:cs typeface="Arial"/>
              </a:defRPr>
            </a:lvl4pPr>
            <a:lvl5pPr algn="l">
              <a:defRPr sz="2400" b="0">
                <a:solidFill>
                  <a:srgbClr val="000000"/>
                </a:solidFill>
                <a:latin typeface="Arial"/>
                <a:ea typeface="Arial"/>
                <a:cs typeface="Arial"/>
              </a:defRPr>
            </a:lvl5pPr>
            <a:lvl6pPr algn="l">
              <a:defRPr sz="2400" b="0">
                <a:solidFill>
                  <a:srgbClr val="000000"/>
                </a:solidFill>
                <a:latin typeface="Arial"/>
                <a:ea typeface="Arial"/>
                <a:cs typeface="Arial"/>
              </a:defRPr>
            </a:lvl6pPr>
            <a:lvl7pPr algn="l">
              <a:defRPr sz="2400" b="0">
                <a:solidFill>
                  <a:srgbClr val="000000"/>
                </a:solidFill>
                <a:latin typeface="Arial"/>
                <a:ea typeface="Arial"/>
                <a:cs typeface="Arial"/>
              </a:defRPr>
            </a:lvl7pPr>
            <a:lvl8pPr algn="l">
              <a:defRPr sz="2400" b="0">
                <a:solidFill>
                  <a:srgbClr val="000000"/>
                </a:solidFill>
                <a:latin typeface="Arial"/>
                <a:ea typeface="Arial"/>
                <a:cs typeface="Arial"/>
              </a:defRPr>
            </a:lvl8pPr>
            <a:lvl9pPr algn="l">
              <a:defRPr sz="2400" b="0">
                <a:solidFill>
                  <a:srgbClr val="000000"/>
                </a:solidFill>
                <a:latin typeface="Arial"/>
                <a:ea typeface="Arial"/>
                <a:cs typeface="Arial"/>
              </a:defRPr>
            </a:lvl9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Five systems: Tenderbot, Tenderplan, Kontur.Zakupki, BiCoTender and UZEX eTender.</a:t>
            </a:r>
          </a:p>
        </p:txBody>
      </p:sp>
      <p:sp>
        <p:nvSpPr>
          <p:cNvPr id="3" name="point-2">
            <a:extLst xmlns:a="http://schemas.openxmlformats.org/drawingml/2006/main">
              <a:ext uri="{FF2B5EF4-FFF2-40B4-BE49-F238E27FC236}">
                <a16:creationId xmlns:a16="http://schemas.microsoft.com/office/drawing/2014/main" id="{17190746-C2E8-441B-B03A-81BC7C7196DF}"/>
              </a:ext>
            </a:extLst>
          </p:cNvPr>
          <p:cNvSpPr>
            <a:spLocks xmlns:a="http://schemas.openxmlformats.org/drawingml/2006/main" noGrp="1"/>
          </p:cNvSpPr>
          <p:nvPr/>
        </p:nvSpPr>
        <p:spPr>
          <a:xfrm xmlns:a="http://schemas.openxmlformats.org/drawingml/2006/main">
            <a:off x="723900" y="2676525"/>
            <a:ext cx="107442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400" b="0">
                <a:solidFill>
                  <a:srgbClr val="000000"/>
                </a:solidFill>
                <a:latin typeface="Arial"/>
                <a:ea typeface="Arial"/>
                <a:cs typeface="Arial"/>
              </a:defRPr>
            </a:defPPr>
            <a:lvl1pPr algn="l">
              <a:defRPr sz="2400" b="0">
                <a:solidFill>
                  <a:srgbClr val="000000"/>
                </a:solidFill>
                <a:latin typeface="Arial"/>
                <a:ea typeface="Arial"/>
                <a:cs typeface="Arial"/>
              </a:defRPr>
            </a:lvl1pPr>
            <a:lvl2pPr algn="l">
              <a:defRPr sz="2400" b="0">
                <a:solidFill>
                  <a:srgbClr val="000000"/>
                </a:solidFill>
                <a:latin typeface="Arial"/>
                <a:ea typeface="Arial"/>
                <a:cs typeface="Arial"/>
              </a:defRPr>
            </a:lvl2pPr>
            <a:lvl3pPr algn="l">
              <a:defRPr sz="2400" b="0">
                <a:solidFill>
                  <a:srgbClr val="000000"/>
                </a:solidFill>
                <a:latin typeface="Arial"/>
                <a:ea typeface="Arial"/>
                <a:cs typeface="Arial"/>
              </a:defRPr>
            </a:lvl3pPr>
            <a:lvl4pPr algn="l">
              <a:defRPr sz="2400" b="0">
                <a:solidFill>
                  <a:srgbClr val="000000"/>
                </a:solidFill>
                <a:latin typeface="Arial"/>
                <a:ea typeface="Arial"/>
                <a:cs typeface="Arial"/>
              </a:defRPr>
            </a:lvl4pPr>
            <a:lvl5pPr algn="l">
              <a:defRPr sz="2400" b="0">
                <a:solidFill>
                  <a:srgbClr val="000000"/>
                </a:solidFill>
                <a:latin typeface="Arial"/>
                <a:ea typeface="Arial"/>
                <a:cs typeface="Arial"/>
              </a:defRPr>
            </a:lvl5pPr>
            <a:lvl6pPr algn="l">
              <a:defRPr sz="2400" b="0">
                <a:solidFill>
                  <a:srgbClr val="000000"/>
                </a:solidFill>
                <a:latin typeface="Arial"/>
                <a:ea typeface="Arial"/>
                <a:cs typeface="Arial"/>
              </a:defRPr>
            </a:lvl6pPr>
            <a:lvl7pPr algn="l">
              <a:defRPr sz="2400" b="0">
                <a:solidFill>
                  <a:srgbClr val="000000"/>
                </a:solidFill>
                <a:latin typeface="Arial"/>
                <a:ea typeface="Arial"/>
                <a:cs typeface="Arial"/>
              </a:defRPr>
            </a:lvl7pPr>
            <a:lvl8pPr algn="l">
              <a:defRPr sz="2400" b="0">
                <a:solidFill>
                  <a:srgbClr val="000000"/>
                </a:solidFill>
                <a:latin typeface="Arial"/>
                <a:ea typeface="Arial"/>
                <a:cs typeface="Arial"/>
              </a:defRPr>
            </a:lvl8pPr>
            <a:lvl9pPr algn="l">
              <a:defRPr sz="2400" b="0">
                <a:solidFill>
                  <a:srgbClr val="000000"/>
                </a:solidFill>
                <a:latin typeface="Arial"/>
                <a:ea typeface="Arial"/>
                <a:cs typeface="Arial"/>
              </a:defRPr>
            </a:lvl9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Ten consistent criteria distinguish discovery, analysis, evidence, workflow and processing controls.</a:t>
            </a:r>
          </a:p>
        </p:txBody>
      </p:sp>
      <p:sp>
        <p:nvSpPr>
          <p:cNvPr id="4" name="point-3">
            <a:extLst xmlns:a="http://schemas.openxmlformats.org/drawingml/2006/main">
              <a:ext uri="{FF2B5EF4-FFF2-40B4-BE49-F238E27FC236}">
                <a16:creationId xmlns:a16="http://schemas.microsoft.com/office/drawing/2014/main" id="{DA251CD2-2233-4730-A89E-71142B57E5B5}"/>
              </a:ext>
            </a:extLst>
          </p:cNvPr>
          <p:cNvSpPr>
            <a:spLocks xmlns:a="http://schemas.openxmlformats.org/drawingml/2006/main" noGrp="1"/>
          </p:cNvSpPr>
          <p:nvPr/>
        </p:nvSpPr>
        <p:spPr>
          <a:xfrm xmlns:a="http://schemas.openxmlformats.org/drawingml/2006/main">
            <a:off x="723900" y="3657600"/>
            <a:ext cx="107442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400" b="0">
                <a:solidFill>
                  <a:srgbClr val="000000"/>
                </a:solidFill>
                <a:latin typeface="Arial"/>
                <a:ea typeface="Arial"/>
                <a:cs typeface="Arial"/>
              </a:defRPr>
            </a:defPPr>
            <a:lvl1pPr algn="l">
              <a:defRPr sz="2400" b="0">
                <a:solidFill>
                  <a:srgbClr val="000000"/>
                </a:solidFill>
                <a:latin typeface="Arial"/>
                <a:ea typeface="Arial"/>
                <a:cs typeface="Arial"/>
              </a:defRPr>
            </a:lvl1pPr>
            <a:lvl2pPr algn="l">
              <a:defRPr sz="2400" b="0">
                <a:solidFill>
                  <a:srgbClr val="000000"/>
                </a:solidFill>
                <a:latin typeface="Arial"/>
                <a:ea typeface="Arial"/>
                <a:cs typeface="Arial"/>
              </a:defRPr>
            </a:lvl2pPr>
            <a:lvl3pPr algn="l">
              <a:defRPr sz="2400" b="0">
                <a:solidFill>
                  <a:srgbClr val="000000"/>
                </a:solidFill>
                <a:latin typeface="Arial"/>
                <a:ea typeface="Arial"/>
                <a:cs typeface="Arial"/>
              </a:defRPr>
            </a:lvl3pPr>
            <a:lvl4pPr algn="l">
              <a:defRPr sz="2400" b="0">
                <a:solidFill>
                  <a:srgbClr val="000000"/>
                </a:solidFill>
                <a:latin typeface="Arial"/>
                <a:ea typeface="Arial"/>
                <a:cs typeface="Arial"/>
              </a:defRPr>
            </a:lvl4pPr>
            <a:lvl5pPr algn="l">
              <a:defRPr sz="2400" b="0">
                <a:solidFill>
                  <a:srgbClr val="000000"/>
                </a:solidFill>
                <a:latin typeface="Arial"/>
                <a:ea typeface="Arial"/>
                <a:cs typeface="Arial"/>
              </a:defRPr>
            </a:lvl5pPr>
            <a:lvl6pPr algn="l">
              <a:defRPr sz="2400" b="0">
                <a:solidFill>
                  <a:srgbClr val="000000"/>
                </a:solidFill>
                <a:latin typeface="Arial"/>
                <a:ea typeface="Arial"/>
                <a:cs typeface="Arial"/>
              </a:defRPr>
            </a:lvl6pPr>
            <a:lvl7pPr algn="l">
              <a:defRPr sz="2400" b="0">
                <a:solidFill>
                  <a:srgbClr val="000000"/>
                </a:solidFill>
                <a:latin typeface="Arial"/>
                <a:ea typeface="Arial"/>
                <a:cs typeface="Arial"/>
              </a:defRPr>
            </a:lvl7pPr>
            <a:lvl8pPr algn="l">
              <a:defRPr sz="2400" b="0">
                <a:solidFill>
                  <a:srgbClr val="000000"/>
                </a:solidFill>
                <a:latin typeface="Arial"/>
                <a:ea typeface="Arial"/>
                <a:cs typeface="Arial"/>
              </a:defRPr>
            </a:lvl8pPr>
            <a:lvl9pPr algn="l">
              <a:defRPr sz="2400" b="0">
                <a:solidFill>
                  <a:srgbClr val="000000"/>
                </a:solidFill>
                <a:latin typeface="Arial"/>
                <a:ea typeface="Arial"/>
                <a:cs typeface="Arial"/>
              </a:defRPr>
            </a:lvl9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Cited answers and risk summaries overlap with vendor offerings.</a:t>
            </a:r>
          </a:p>
        </p:txBody>
      </p:sp>
      <p:sp>
        <p:nvSpPr>
          <p:cNvPr id="5" name="point-4">
            <a:extLst xmlns:a="http://schemas.openxmlformats.org/drawingml/2006/main">
              <a:ext uri="{FF2B5EF4-FFF2-40B4-BE49-F238E27FC236}">
                <a16:creationId xmlns:a16="http://schemas.microsoft.com/office/drawing/2014/main" id="{FD0B11C4-94AB-4788-B1E9-58C586E574F0}"/>
              </a:ext>
            </a:extLst>
          </p:cNvPr>
          <p:cNvSpPr>
            <a:spLocks xmlns:a="http://schemas.openxmlformats.org/drawingml/2006/main" noGrp="1"/>
          </p:cNvSpPr>
          <p:nvPr/>
        </p:nvSpPr>
        <p:spPr>
          <a:xfrm xmlns:a="http://schemas.openxmlformats.org/drawingml/2006/main">
            <a:off x="723900" y="4638675"/>
            <a:ext cx="107442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400" b="0">
                <a:solidFill>
                  <a:srgbClr val="000000"/>
                </a:solidFill>
                <a:latin typeface="Arial"/>
                <a:ea typeface="Arial"/>
                <a:cs typeface="Arial"/>
              </a:defRPr>
            </a:defPPr>
            <a:lvl1pPr algn="l">
              <a:defRPr sz="2400" b="0">
                <a:solidFill>
                  <a:srgbClr val="000000"/>
                </a:solidFill>
                <a:latin typeface="Arial"/>
                <a:ea typeface="Arial"/>
                <a:cs typeface="Arial"/>
              </a:defRPr>
            </a:lvl1pPr>
            <a:lvl2pPr algn="l">
              <a:defRPr sz="2400" b="0">
                <a:solidFill>
                  <a:srgbClr val="000000"/>
                </a:solidFill>
                <a:latin typeface="Arial"/>
                <a:ea typeface="Arial"/>
                <a:cs typeface="Arial"/>
              </a:defRPr>
            </a:lvl2pPr>
            <a:lvl3pPr algn="l">
              <a:defRPr sz="2400" b="0">
                <a:solidFill>
                  <a:srgbClr val="000000"/>
                </a:solidFill>
                <a:latin typeface="Arial"/>
                <a:ea typeface="Arial"/>
                <a:cs typeface="Arial"/>
              </a:defRPr>
            </a:lvl3pPr>
            <a:lvl4pPr algn="l">
              <a:defRPr sz="2400" b="0">
                <a:solidFill>
                  <a:srgbClr val="000000"/>
                </a:solidFill>
                <a:latin typeface="Arial"/>
                <a:ea typeface="Arial"/>
                <a:cs typeface="Arial"/>
              </a:defRPr>
            </a:lvl4pPr>
            <a:lvl5pPr algn="l">
              <a:defRPr sz="2400" b="0">
                <a:solidFill>
                  <a:srgbClr val="000000"/>
                </a:solidFill>
                <a:latin typeface="Arial"/>
                <a:ea typeface="Arial"/>
                <a:cs typeface="Arial"/>
              </a:defRPr>
            </a:lvl5pPr>
            <a:lvl6pPr algn="l">
              <a:defRPr sz="2400" b="0">
                <a:solidFill>
                  <a:srgbClr val="000000"/>
                </a:solidFill>
                <a:latin typeface="Arial"/>
                <a:ea typeface="Arial"/>
                <a:cs typeface="Arial"/>
              </a:defRPr>
            </a:lvl6pPr>
            <a:lvl7pPr algn="l">
              <a:defRPr sz="2400" b="0">
                <a:solidFill>
                  <a:srgbClr val="000000"/>
                </a:solidFill>
                <a:latin typeface="Arial"/>
                <a:ea typeface="Arial"/>
                <a:cs typeface="Arial"/>
              </a:defRPr>
            </a:lvl7pPr>
            <a:lvl8pPr algn="l">
              <a:defRPr sz="2400" b="0">
                <a:solidFill>
                  <a:srgbClr val="000000"/>
                </a:solidFill>
                <a:latin typeface="Arial"/>
                <a:ea typeface="Arial"/>
                <a:cs typeface="Arial"/>
              </a:defRPr>
            </a:lvl8pPr>
            <a:lvl9pPr algn="l">
              <a:defRPr sz="2400" b="0">
                <a:solidFill>
                  <a:srgbClr val="000000"/>
                </a:solidFill>
                <a:latin typeface="Arial"/>
                <a:ea typeface="Arial"/>
                <a:cs typeface="Arial"/>
              </a:defRPr>
            </a:lvl9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The proposed contribution combines company evidence, unknowns, versioned review and controlled routing.</a:t>
            </a:r>
          </a:p>
        </p:txBody>
      </p:sp>
      <p:sp>
        <p:nvSpPr>
          <p:cNvPr id="6" name="page">
            <a:extLst xmlns:a="http://schemas.openxmlformats.org/drawingml/2006/main">
              <a:ext uri="{FF2B5EF4-FFF2-40B4-BE49-F238E27FC236}">
                <a16:creationId xmlns:a16="http://schemas.microsoft.com/office/drawing/2014/main" id="{D34F7CD6-C317-4845-95B5-A1E3D00CFC47}"/>
              </a:ext>
            </a:extLst>
          </p:cNvPr>
          <p:cNvSpPr>
            <a:spLocks xmlns:a="http://schemas.openxmlformats.org/drawingml/2006/main" noGrp="1"/>
          </p:cNvSpPr>
          <p:nvPr/>
        </p:nvSpPr>
        <p:spPr>
          <a:xfrm xmlns:a="http://schemas.openxmlformats.org/drawingml/2006/main">
            <a:off x="11144250" y="62388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0">
                <a:solidFill>
                  <a:srgbClr val="000000"/>
                </a:solidFill>
                <a:latin typeface="Arial"/>
                <a:ea typeface="Arial"/>
                <a:cs typeface="Arial"/>
              </a:defRPr>
            </a:defPPr>
            <a:lvl1pPr algn="l">
              <a:defRPr sz="1500" b="0">
                <a:solidFill>
                  <a:srgbClr val="000000"/>
                </a:solidFill>
                <a:latin typeface="Arial"/>
                <a:ea typeface="Arial"/>
                <a:cs typeface="Arial"/>
              </a:defRPr>
            </a:lvl1pPr>
            <a:lvl2pPr algn="l">
              <a:defRPr sz="1500" b="0">
                <a:solidFill>
                  <a:srgbClr val="000000"/>
                </a:solidFill>
                <a:latin typeface="Arial"/>
                <a:ea typeface="Arial"/>
                <a:cs typeface="Arial"/>
              </a:defRPr>
            </a:lvl2pPr>
            <a:lvl3pPr algn="l">
              <a:defRPr sz="1500" b="0">
                <a:solidFill>
                  <a:srgbClr val="000000"/>
                </a:solidFill>
                <a:latin typeface="Arial"/>
                <a:ea typeface="Arial"/>
                <a:cs typeface="Arial"/>
              </a:defRPr>
            </a:lvl3pPr>
            <a:lvl4pPr algn="l">
              <a:defRPr sz="1500" b="0">
                <a:solidFill>
                  <a:srgbClr val="000000"/>
                </a:solidFill>
                <a:latin typeface="Arial"/>
                <a:ea typeface="Arial"/>
                <a:cs typeface="Arial"/>
              </a:defRPr>
            </a:lvl4pPr>
            <a:lvl5pPr algn="l">
              <a:defRPr sz="1500" b="0">
                <a:solidFill>
                  <a:srgbClr val="000000"/>
                </a:solidFill>
                <a:latin typeface="Arial"/>
                <a:ea typeface="Arial"/>
                <a:cs typeface="Arial"/>
              </a:defRPr>
            </a:lvl5pPr>
            <a:lvl6pPr algn="l">
              <a:defRPr sz="1500" b="0">
                <a:solidFill>
                  <a:srgbClr val="000000"/>
                </a:solidFill>
                <a:latin typeface="Arial"/>
                <a:ea typeface="Arial"/>
                <a:cs typeface="Arial"/>
              </a:defRPr>
            </a:lvl6pPr>
            <a:lvl7pPr algn="l">
              <a:defRPr sz="1500" b="0">
                <a:solidFill>
                  <a:srgbClr val="000000"/>
                </a:solidFill>
                <a:latin typeface="Arial"/>
                <a:ea typeface="Arial"/>
                <a:cs typeface="Arial"/>
              </a:defRPr>
            </a:lvl7pPr>
            <a:lvl8pPr algn="l">
              <a:defRPr sz="1500" b="0">
                <a:solidFill>
                  <a:srgbClr val="000000"/>
                </a:solidFill>
                <a:latin typeface="Arial"/>
                <a:ea typeface="Arial"/>
                <a:cs typeface="Arial"/>
              </a:defRPr>
            </a:lvl8pPr>
            <a:lvl9pPr algn="l">
              <a:defRPr sz="1500" b="0">
                <a:solidFill>
                  <a:srgbClr val="000000"/>
                </a:solidFill>
                <a:latin typeface="Arial"/>
                <a:ea typeface="Arial"/>
                <a:cs typeface="Arial"/>
              </a:defRPr>
            </a:lvl9pPr>
          </a:lstStyle>
          <a:p xmlns:a="http://schemas.openxmlformats.org/drawingml/2006/main">
            <a:pPr algn="l">
              <a:defRPr sz="1500" b="0">
                <a:solidFill>
                  <a:srgbClr val="000000"/>
                </a:solidFill>
                <a:latin typeface="Arial"/>
                <a:ea typeface="Arial"/>
                <a:cs typeface="Arial"/>
              </a:defRPr>
            </a:pPr>
            <a:r>
              <a:rPr sz="1500" b="0">
                <a:solidFill>
                  <a:srgbClr val="000000"/>
                </a:solidFill>
                <a:latin typeface="Arial"/>
                <a:ea typeface="Arial"/>
                <a:cs typeface="Arial"/>
              </a:rPr>
              <a:t>8</a:t>
            </a:r>
          </a:p>
        </p:txBody>
      </p:sp>
    </p:spTree>
    <p:extLst>
      <p:ext uri="{BB962C8B-B14F-4D97-AF65-F5344CB8AC3E}">
        <p14:creationId xmlns:p14="http://schemas.microsoft.com/office/powerpoint/2010/main" val="10253524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854093EF-F4CE-4939-8AB3-63198E00767E}"/>
              </a:ext>
            </a:extLst>
          </p:cNvPr>
          <p:cNvSpPr>
            <a:spLocks xmlns:a="http://schemas.openxmlformats.org/drawingml/2006/main" noGrp="1"/>
          </p:cNvSpPr>
          <p:nvPr/>
        </p:nvSpPr>
        <p:spPr>
          <a:xfrm xmlns:a="http://schemas.openxmlformats.org/drawingml/2006/main">
            <a:off x="723900" y="571500"/>
            <a:ext cx="107442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600" b="1">
                <a:solidFill>
                  <a:srgbClr val="000000"/>
                </a:solidFill>
                <a:latin typeface="Arial"/>
                <a:ea typeface="Arial"/>
                <a:cs typeface="Arial"/>
              </a:defRPr>
            </a:defPPr>
            <a:lvl1pPr algn="l">
              <a:defRPr sz="3600" b="1">
                <a:solidFill>
                  <a:srgbClr val="000000"/>
                </a:solidFill>
                <a:latin typeface="Arial"/>
                <a:ea typeface="Arial"/>
                <a:cs typeface="Arial"/>
              </a:defRPr>
            </a:lvl1pPr>
            <a:lvl2pPr algn="l">
              <a:defRPr sz="3600" b="1">
                <a:solidFill>
                  <a:srgbClr val="000000"/>
                </a:solidFill>
                <a:latin typeface="Arial"/>
                <a:ea typeface="Arial"/>
                <a:cs typeface="Arial"/>
              </a:defRPr>
            </a:lvl2pPr>
            <a:lvl3pPr algn="l">
              <a:defRPr sz="3600" b="1">
                <a:solidFill>
                  <a:srgbClr val="000000"/>
                </a:solidFill>
                <a:latin typeface="Arial"/>
                <a:ea typeface="Arial"/>
                <a:cs typeface="Arial"/>
              </a:defRPr>
            </a:lvl3pPr>
            <a:lvl4pPr algn="l">
              <a:defRPr sz="3600" b="1">
                <a:solidFill>
                  <a:srgbClr val="000000"/>
                </a:solidFill>
                <a:latin typeface="Arial"/>
                <a:ea typeface="Arial"/>
                <a:cs typeface="Arial"/>
              </a:defRPr>
            </a:lvl4pPr>
            <a:lvl5pPr algn="l">
              <a:defRPr sz="3600" b="1">
                <a:solidFill>
                  <a:srgbClr val="000000"/>
                </a:solidFill>
                <a:latin typeface="Arial"/>
                <a:ea typeface="Arial"/>
                <a:cs typeface="Arial"/>
              </a:defRPr>
            </a:lvl5pPr>
            <a:lvl6pPr algn="l">
              <a:defRPr sz="3600" b="1">
                <a:solidFill>
                  <a:srgbClr val="000000"/>
                </a:solidFill>
                <a:latin typeface="Arial"/>
                <a:ea typeface="Arial"/>
                <a:cs typeface="Arial"/>
              </a:defRPr>
            </a:lvl6pPr>
            <a:lvl7pPr algn="l">
              <a:defRPr sz="3600" b="1">
                <a:solidFill>
                  <a:srgbClr val="000000"/>
                </a:solidFill>
                <a:latin typeface="Arial"/>
                <a:ea typeface="Arial"/>
                <a:cs typeface="Arial"/>
              </a:defRPr>
            </a:lvl7pPr>
            <a:lvl8pPr algn="l">
              <a:defRPr sz="3600" b="1">
                <a:solidFill>
                  <a:srgbClr val="000000"/>
                </a:solidFill>
                <a:latin typeface="Arial"/>
                <a:ea typeface="Arial"/>
                <a:cs typeface="Arial"/>
              </a:defRPr>
            </a:lvl8pPr>
            <a:lvl9pPr algn="l">
              <a:defRPr sz="3600" b="1">
                <a:solidFill>
                  <a:srgbClr val="000000"/>
                </a:solidFill>
                <a:latin typeface="Arial"/>
                <a:ea typeface="Arial"/>
                <a:cs typeface="Arial"/>
              </a:defRPr>
            </a:lvl9pPr>
          </a:lstStyle>
          <a:p xmlns:a="http://schemas.openxmlformats.org/drawingml/2006/main">
            <a:pPr algn="l">
              <a:defRPr sz="3600" b="1">
                <a:solidFill>
                  <a:srgbClr val="000000"/>
                </a:solidFill>
                <a:latin typeface="Arial"/>
                <a:ea typeface="Arial"/>
                <a:cs typeface="Arial"/>
              </a:defRPr>
            </a:pPr>
            <a:r>
              <a:rPr sz="3600" b="1">
                <a:solidFill>
                  <a:srgbClr val="000000"/>
                </a:solidFill>
                <a:latin typeface="Arial"/>
                <a:ea typeface="Arial"/>
                <a:cs typeface="Arial"/>
              </a:rPr>
              <a:t>Technology decisions</a:t>
            </a:r>
          </a:p>
        </p:txBody>
      </p:sp>
      <p:sp>
        <p:nvSpPr>
          <p:cNvPr id="2" name="point-1">
            <a:extLst xmlns:a="http://schemas.openxmlformats.org/drawingml/2006/main">
              <a:ext uri="{FF2B5EF4-FFF2-40B4-BE49-F238E27FC236}">
                <a16:creationId xmlns:a16="http://schemas.microsoft.com/office/drawing/2014/main" id="{4D570AF7-7BE5-49BD-AC80-C0FB3E5A10B7}"/>
              </a:ext>
            </a:extLst>
          </p:cNvPr>
          <p:cNvSpPr>
            <a:spLocks xmlns:a="http://schemas.openxmlformats.org/drawingml/2006/main" noGrp="1"/>
          </p:cNvSpPr>
          <p:nvPr/>
        </p:nvSpPr>
        <p:spPr>
          <a:xfrm xmlns:a="http://schemas.openxmlformats.org/drawingml/2006/main">
            <a:off x="723900" y="1695450"/>
            <a:ext cx="107442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400" b="0">
                <a:solidFill>
                  <a:srgbClr val="000000"/>
                </a:solidFill>
                <a:latin typeface="Arial"/>
                <a:ea typeface="Arial"/>
                <a:cs typeface="Arial"/>
              </a:defRPr>
            </a:defPPr>
            <a:lvl1pPr algn="l">
              <a:defRPr sz="2400" b="0">
                <a:solidFill>
                  <a:srgbClr val="000000"/>
                </a:solidFill>
                <a:latin typeface="Arial"/>
                <a:ea typeface="Arial"/>
                <a:cs typeface="Arial"/>
              </a:defRPr>
            </a:lvl1pPr>
            <a:lvl2pPr algn="l">
              <a:defRPr sz="2400" b="0">
                <a:solidFill>
                  <a:srgbClr val="000000"/>
                </a:solidFill>
                <a:latin typeface="Arial"/>
                <a:ea typeface="Arial"/>
                <a:cs typeface="Arial"/>
              </a:defRPr>
            </a:lvl2pPr>
            <a:lvl3pPr algn="l">
              <a:defRPr sz="2400" b="0">
                <a:solidFill>
                  <a:srgbClr val="000000"/>
                </a:solidFill>
                <a:latin typeface="Arial"/>
                <a:ea typeface="Arial"/>
                <a:cs typeface="Arial"/>
              </a:defRPr>
            </a:lvl3pPr>
            <a:lvl4pPr algn="l">
              <a:defRPr sz="2400" b="0">
                <a:solidFill>
                  <a:srgbClr val="000000"/>
                </a:solidFill>
                <a:latin typeface="Arial"/>
                <a:ea typeface="Arial"/>
                <a:cs typeface="Arial"/>
              </a:defRPr>
            </a:lvl4pPr>
            <a:lvl5pPr algn="l">
              <a:defRPr sz="2400" b="0">
                <a:solidFill>
                  <a:srgbClr val="000000"/>
                </a:solidFill>
                <a:latin typeface="Arial"/>
                <a:ea typeface="Arial"/>
                <a:cs typeface="Arial"/>
              </a:defRPr>
            </a:lvl5pPr>
            <a:lvl6pPr algn="l">
              <a:defRPr sz="2400" b="0">
                <a:solidFill>
                  <a:srgbClr val="000000"/>
                </a:solidFill>
                <a:latin typeface="Arial"/>
                <a:ea typeface="Arial"/>
                <a:cs typeface="Arial"/>
              </a:defRPr>
            </a:lvl6pPr>
            <a:lvl7pPr algn="l">
              <a:defRPr sz="2400" b="0">
                <a:solidFill>
                  <a:srgbClr val="000000"/>
                </a:solidFill>
                <a:latin typeface="Arial"/>
                <a:ea typeface="Arial"/>
                <a:cs typeface="Arial"/>
              </a:defRPr>
            </a:lvl7pPr>
            <a:lvl8pPr algn="l">
              <a:defRPr sz="2400" b="0">
                <a:solidFill>
                  <a:srgbClr val="000000"/>
                </a:solidFill>
                <a:latin typeface="Arial"/>
                <a:ea typeface="Arial"/>
                <a:cs typeface="Arial"/>
              </a:defRPr>
            </a:lvl8pPr>
            <a:lvl9pPr algn="l">
              <a:defRPr sz="2400" b="0">
                <a:solidFill>
                  <a:srgbClr val="000000"/>
                </a:solidFill>
                <a:latin typeface="Arial"/>
                <a:ea typeface="Arial"/>
                <a:cs typeface="Arial"/>
              </a:defRPr>
            </a:lvl9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Proposed application: Next.js/TypeScript, Python/FastAPI and Pydantic contracts.</a:t>
            </a:r>
          </a:p>
        </p:txBody>
      </p:sp>
      <p:sp>
        <p:nvSpPr>
          <p:cNvPr id="3" name="point-2">
            <a:extLst xmlns:a="http://schemas.openxmlformats.org/drawingml/2006/main">
              <a:ext uri="{FF2B5EF4-FFF2-40B4-BE49-F238E27FC236}">
                <a16:creationId xmlns:a16="http://schemas.microsoft.com/office/drawing/2014/main" id="{89399377-637F-46C5-A25A-6BA331936923}"/>
              </a:ext>
            </a:extLst>
          </p:cNvPr>
          <p:cNvSpPr>
            <a:spLocks xmlns:a="http://schemas.openxmlformats.org/drawingml/2006/main" noGrp="1"/>
          </p:cNvSpPr>
          <p:nvPr/>
        </p:nvSpPr>
        <p:spPr>
          <a:xfrm xmlns:a="http://schemas.openxmlformats.org/drawingml/2006/main">
            <a:off x="723900" y="2676525"/>
            <a:ext cx="107442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400" b="0">
                <a:solidFill>
                  <a:srgbClr val="000000"/>
                </a:solidFill>
                <a:latin typeface="Arial"/>
                <a:ea typeface="Arial"/>
                <a:cs typeface="Arial"/>
              </a:defRPr>
            </a:defPPr>
            <a:lvl1pPr algn="l">
              <a:defRPr sz="2400" b="0">
                <a:solidFill>
                  <a:srgbClr val="000000"/>
                </a:solidFill>
                <a:latin typeface="Arial"/>
                <a:ea typeface="Arial"/>
                <a:cs typeface="Arial"/>
              </a:defRPr>
            </a:lvl1pPr>
            <a:lvl2pPr algn="l">
              <a:defRPr sz="2400" b="0">
                <a:solidFill>
                  <a:srgbClr val="000000"/>
                </a:solidFill>
                <a:latin typeface="Arial"/>
                <a:ea typeface="Arial"/>
                <a:cs typeface="Arial"/>
              </a:defRPr>
            </a:lvl2pPr>
            <a:lvl3pPr algn="l">
              <a:defRPr sz="2400" b="0">
                <a:solidFill>
                  <a:srgbClr val="000000"/>
                </a:solidFill>
                <a:latin typeface="Arial"/>
                <a:ea typeface="Arial"/>
                <a:cs typeface="Arial"/>
              </a:defRPr>
            </a:lvl3pPr>
            <a:lvl4pPr algn="l">
              <a:defRPr sz="2400" b="0">
                <a:solidFill>
                  <a:srgbClr val="000000"/>
                </a:solidFill>
                <a:latin typeface="Arial"/>
                <a:ea typeface="Arial"/>
                <a:cs typeface="Arial"/>
              </a:defRPr>
            </a:lvl4pPr>
            <a:lvl5pPr algn="l">
              <a:defRPr sz="2400" b="0">
                <a:solidFill>
                  <a:srgbClr val="000000"/>
                </a:solidFill>
                <a:latin typeface="Arial"/>
                <a:ea typeface="Arial"/>
                <a:cs typeface="Arial"/>
              </a:defRPr>
            </a:lvl5pPr>
            <a:lvl6pPr algn="l">
              <a:defRPr sz="2400" b="0">
                <a:solidFill>
                  <a:srgbClr val="000000"/>
                </a:solidFill>
                <a:latin typeface="Arial"/>
                <a:ea typeface="Arial"/>
                <a:cs typeface="Arial"/>
              </a:defRPr>
            </a:lvl6pPr>
            <a:lvl7pPr algn="l">
              <a:defRPr sz="2400" b="0">
                <a:solidFill>
                  <a:srgbClr val="000000"/>
                </a:solidFill>
                <a:latin typeface="Arial"/>
                <a:ea typeface="Arial"/>
                <a:cs typeface="Arial"/>
              </a:defRPr>
            </a:lvl7pPr>
            <a:lvl8pPr algn="l">
              <a:defRPr sz="2400" b="0">
                <a:solidFill>
                  <a:srgbClr val="000000"/>
                </a:solidFill>
                <a:latin typeface="Arial"/>
                <a:ea typeface="Arial"/>
                <a:cs typeface="Arial"/>
              </a:defRPr>
            </a:lvl8pPr>
            <a:lvl9pPr algn="l">
              <a:defRPr sz="2400" b="0">
                <a:solidFill>
                  <a:srgbClr val="000000"/>
                </a:solidFill>
                <a:latin typeface="Arial"/>
                <a:ea typeface="Arial"/>
                <a:cs typeface="Arial"/>
              </a:defRPr>
            </a:lvl9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PostgreSQL stores relational evidence. Lexical search and pgvector retrieval are planned.</a:t>
            </a:r>
          </a:p>
        </p:txBody>
      </p:sp>
      <p:sp>
        <p:nvSpPr>
          <p:cNvPr id="4" name="point-3">
            <a:extLst xmlns:a="http://schemas.openxmlformats.org/drawingml/2006/main">
              <a:ext uri="{FF2B5EF4-FFF2-40B4-BE49-F238E27FC236}">
                <a16:creationId xmlns:a16="http://schemas.microsoft.com/office/drawing/2014/main" id="{297E8EFB-E24D-4CE6-8D31-20D92CE5F532}"/>
              </a:ext>
            </a:extLst>
          </p:cNvPr>
          <p:cNvSpPr>
            <a:spLocks xmlns:a="http://schemas.openxmlformats.org/drawingml/2006/main" noGrp="1"/>
          </p:cNvSpPr>
          <p:nvPr/>
        </p:nvSpPr>
        <p:spPr>
          <a:xfrm xmlns:a="http://schemas.openxmlformats.org/drawingml/2006/main">
            <a:off x="723900" y="3657600"/>
            <a:ext cx="107442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400" b="0">
                <a:solidFill>
                  <a:srgbClr val="000000"/>
                </a:solidFill>
                <a:latin typeface="Arial"/>
                <a:ea typeface="Arial"/>
                <a:cs typeface="Arial"/>
              </a:defRPr>
            </a:defPPr>
            <a:lvl1pPr algn="l">
              <a:defRPr sz="2400" b="0">
                <a:solidFill>
                  <a:srgbClr val="000000"/>
                </a:solidFill>
                <a:latin typeface="Arial"/>
                <a:ea typeface="Arial"/>
                <a:cs typeface="Arial"/>
              </a:defRPr>
            </a:lvl1pPr>
            <a:lvl2pPr algn="l">
              <a:defRPr sz="2400" b="0">
                <a:solidFill>
                  <a:srgbClr val="000000"/>
                </a:solidFill>
                <a:latin typeface="Arial"/>
                <a:ea typeface="Arial"/>
                <a:cs typeface="Arial"/>
              </a:defRPr>
            </a:lvl2pPr>
            <a:lvl3pPr algn="l">
              <a:defRPr sz="2400" b="0">
                <a:solidFill>
                  <a:srgbClr val="000000"/>
                </a:solidFill>
                <a:latin typeface="Arial"/>
                <a:ea typeface="Arial"/>
                <a:cs typeface="Arial"/>
              </a:defRPr>
            </a:lvl3pPr>
            <a:lvl4pPr algn="l">
              <a:defRPr sz="2400" b="0">
                <a:solidFill>
                  <a:srgbClr val="000000"/>
                </a:solidFill>
                <a:latin typeface="Arial"/>
                <a:ea typeface="Arial"/>
                <a:cs typeface="Arial"/>
              </a:defRPr>
            </a:lvl4pPr>
            <a:lvl5pPr algn="l">
              <a:defRPr sz="2400" b="0">
                <a:solidFill>
                  <a:srgbClr val="000000"/>
                </a:solidFill>
                <a:latin typeface="Arial"/>
                <a:ea typeface="Arial"/>
                <a:cs typeface="Arial"/>
              </a:defRPr>
            </a:lvl5pPr>
            <a:lvl6pPr algn="l">
              <a:defRPr sz="2400" b="0">
                <a:solidFill>
                  <a:srgbClr val="000000"/>
                </a:solidFill>
                <a:latin typeface="Arial"/>
                <a:ea typeface="Arial"/>
                <a:cs typeface="Arial"/>
              </a:defRPr>
            </a:lvl6pPr>
            <a:lvl7pPr algn="l">
              <a:defRPr sz="2400" b="0">
                <a:solidFill>
                  <a:srgbClr val="000000"/>
                </a:solidFill>
                <a:latin typeface="Arial"/>
                <a:ea typeface="Arial"/>
                <a:cs typeface="Arial"/>
              </a:defRPr>
            </a:lvl7pPr>
            <a:lvl8pPr algn="l">
              <a:defRPr sz="2400" b="0">
                <a:solidFill>
                  <a:srgbClr val="000000"/>
                </a:solidFill>
                <a:latin typeface="Arial"/>
                <a:ea typeface="Arial"/>
                <a:cs typeface="Arial"/>
              </a:defRPr>
            </a:lvl8pPr>
            <a:lvl9pPr algn="l">
              <a:defRPr sz="2400" b="0">
                <a:solidFill>
                  <a:srgbClr val="000000"/>
                </a:solidFill>
                <a:latin typeface="Arial"/>
                <a:ea typeface="Arial"/>
                <a:cs typeface="Arial"/>
              </a:defRPr>
            </a:lvl9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Compare BGE-M3 with multilingual E5-base and B1 with typed B2 stages.</a:t>
            </a:r>
          </a:p>
        </p:txBody>
      </p:sp>
      <p:sp>
        <p:nvSpPr>
          <p:cNvPr id="5" name="point-4">
            <a:extLst xmlns:a="http://schemas.openxmlformats.org/drawingml/2006/main">
              <a:ext uri="{FF2B5EF4-FFF2-40B4-BE49-F238E27FC236}">
                <a16:creationId xmlns:a16="http://schemas.microsoft.com/office/drawing/2014/main" id="{F982B3FC-6A9C-4A8A-825B-12BAF77E23E1}"/>
              </a:ext>
            </a:extLst>
          </p:cNvPr>
          <p:cNvSpPr>
            <a:spLocks xmlns:a="http://schemas.openxmlformats.org/drawingml/2006/main" noGrp="1"/>
          </p:cNvSpPr>
          <p:nvPr/>
        </p:nvSpPr>
        <p:spPr>
          <a:xfrm xmlns:a="http://schemas.openxmlformats.org/drawingml/2006/main">
            <a:off x="723900" y="4638675"/>
            <a:ext cx="107442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400" b="0">
                <a:solidFill>
                  <a:srgbClr val="000000"/>
                </a:solidFill>
                <a:latin typeface="Arial"/>
                <a:ea typeface="Arial"/>
                <a:cs typeface="Arial"/>
              </a:defRPr>
            </a:defPPr>
            <a:lvl1pPr algn="l">
              <a:defRPr sz="2400" b="0">
                <a:solidFill>
                  <a:srgbClr val="000000"/>
                </a:solidFill>
                <a:latin typeface="Arial"/>
                <a:ea typeface="Arial"/>
                <a:cs typeface="Arial"/>
              </a:defRPr>
            </a:lvl1pPr>
            <a:lvl2pPr algn="l">
              <a:defRPr sz="2400" b="0">
                <a:solidFill>
                  <a:srgbClr val="000000"/>
                </a:solidFill>
                <a:latin typeface="Arial"/>
                <a:ea typeface="Arial"/>
                <a:cs typeface="Arial"/>
              </a:defRPr>
            </a:lvl2pPr>
            <a:lvl3pPr algn="l">
              <a:defRPr sz="2400" b="0">
                <a:solidFill>
                  <a:srgbClr val="000000"/>
                </a:solidFill>
                <a:latin typeface="Arial"/>
                <a:ea typeface="Arial"/>
                <a:cs typeface="Arial"/>
              </a:defRPr>
            </a:lvl3pPr>
            <a:lvl4pPr algn="l">
              <a:defRPr sz="2400" b="0">
                <a:solidFill>
                  <a:srgbClr val="000000"/>
                </a:solidFill>
                <a:latin typeface="Arial"/>
                <a:ea typeface="Arial"/>
                <a:cs typeface="Arial"/>
              </a:defRPr>
            </a:lvl4pPr>
            <a:lvl5pPr algn="l">
              <a:defRPr sz="2400" b="0">
                <a:solidFill>
                  <a:srgbClr val="000000"/>
                </a:solidFill>
                <a:latin typeface="Arial"/>
                <a:ea typeface="Arial"/>
                <a:cs typeface="Arial"/>
              </a:defRPr>
            </a:lvl5pPr>
            <a:lvl6pPr algn="l">
              <a:defRPr sz="2400" b="0">
                <a:solidFill>
                  <a:srgbClr val="000000"/>
                </a:solidFill>
                <a:latin typeface="Arial"/>
                <a:ea typeface="Arial"/>
                <a:cs typeface="Arial"/>
              </a:defRPr>
            </a:lvl6pPr>
            <a:lvl7pPr algn="l">
              <a:defRPr sz="2400" b="0">
                <a:solidFill>
                  <a:srgbClr val="000000"/>
                </a:solidFill>
                <a:latin typeface="Arial"/>
                <a:ea typeface="Arial"/>
                <a:cs typeface="Arial"/>
              </a:defRPr>
            </a:lvl7pPr>
            <a:lvl8pPr algn="l">
              <a:defRPr sz="2400" b="0">
                <a:solidFill>
                  <a:srgbClr val="000000"/>
                </a:solidFill>
                <a:latin typeface="Arial"/>
                <a:ea typeface="Arial"/>
                <a:cs typeface="Arial"/>
              </a:defRPr>
            </a:lvl8pPr>
            <a:lvl9pPr algn="l">
              <a:defRPr sz="2400" b="0">
                <a:solidFill>
                  <a:srgbClr val="000000"/>
                </a:solidFill>
                <a:latin typeface="Arial"/>
                <a:ea typeface="Arial"/>
                <a:cs typeface="Arial"/>
              </a:defRPr>
            </a:lvl9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Generator choice passes policy, resource and RU/KK checks. Local generation remains optional.</a:t>
            </a:r>
          </a:p>
        </p:txBody>
      </p:sp>
      <p:sp>
        <p:nvSpPr>
          <p:cNvPr id="6" name="page">
            <a:extLst xmlns:a="http://schemas.openxmlformats.org/drawingml/2006/main">
              <a:ext uri="{FF2B5EF4-FFF2-40B4-BE49-F238E27FC236}">
                <a16:creationId xmlns:a16="http://schemas.microsoft.com/office/drawing/2014/main" id="{3E0A792B-8C5E-4AAC-A252-91C90D4CD830}"/>
              </a:ext>
            </a:extLst>
          </p:cNvPr>
          <p:cNvSpPr>
            <a:spLocks xmlns:a="http://schemas.openxmlformats.org/drawingml/2006/main" noGrp="1"/>
          </p:cNvSpPr>
          <p:nvPr/>
        </p:nvSpPr>
        <p:spPr>
          <a:xfrm xmlns:a="http://schemas.openxmlformats.org/drawingml/2006/main">
            <a:off x="11144250" y="62388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0">
                <a:solidFill>
                  <a:srgbClr val="000000"/>
                </a:solidFill>
                <a:latin typeface="Arial"/>
                <a:ea typeface="Arial"/>
                <a:cs typeface="Arial"/>
              </a:defRPr>
            </a:defPPr>
            <a:lvl1pPr algn="l">
              <a:defRPr sz="1500" b="0">
                <a:solidFill>
                  <a:srgbClr val="000000"/>
                </a:solidFill>
                <a:latin typeface="Arial"/>
                <a:ea typeface="Arial"/>
                <a:cs typeface="Arial"/>
              </a:defRPr>
            </a:lvl1pPr>
            <a:lvl2pPr algn="l">
              <a:defRPr sz="1500" b="0">
                <a:solidFill>
                  <a:srgbClr val="000000"/>
                </a:solidFill>
                <a:latin typeface="Arial"/>
                <a:ea typeface="Arial"/>
                <a:cs typeface="Arial"/>
              </a:defRPr>
            </a:lvl2pPr>
            <a:lvl3pPr algn="l">
              <a:defRPr sz="1500" b="0">
                <a:solidFill>
                  <a:srgbClr val="000000"/>
                </a:solidFill>
                <a:latin typeface="Arial"/>
                <a:ea typeface="Arial"/>
                <a:cs typeface="Arial"/>
              </a:defRPr>
            </a:lvl3pPr>
            <a:lvl4pPr algn="l">
              <a:defRPr sz="1500" b="0">
                <a:solidFill>
                  <a:srgbClr val="000000"/>
                </a:solidFill>
                <a:latin typeface="Arial"/>
                <a:ea typeface="Arial"/>
                <a:cs typeface="Arial"/>
              </a:defRPr>
            </a:lvl4pPr>
            <a:lvl5pPr algn="l">
              <a:defRPr sz="1500" b="0">
                <a:solidFill>
                  <a:srgbClr val="000000"/>
                </a:solidFill>
                <a:latin typeface="Arial"/>
                <a:ea typeface="Arial"/>
                <a:cs typeface="Arial"/>
              </a:defRPr>
            </a:lvl5pPr>
            <a:lvl6pPr algn="l">
              <a:defRPr sz="1500" b="0">
                <a:solidFill>
                  <a:srgbClr val="000000"/>
                </a:solidFill>
                <a:latin typeface="Arial"/>
                <a:ea typeface="Arial"/>
                <a:cs typeface="Arial"/>
              </a:defRPr>
            </a:lvl6pPr>
            <a:lvl7pPr algn="l">
              <a:defRPr sz="1500" b="0">
                <a:solidFill>
                  <a:srgbClr val="000000"/>
                </a:solidFill>
                <a:latin typeface="Arial"/>
                <a:ea typeface="Arial"/>
                <a:cs typeface="Arial"/>
              </a:defRPr>
            </a:lvl7pPr>
            <a:lvl8pPr algn="l">
              <a:defRPr sz="1500" b="0">
                <a:solidFill>
                  <a:srgbClr val="000000"/>
                </a:solidFill>
                <a:latin typeface="Arial"/>
                <a:ea typeface="Arial"/>
                <a:cs typeface="Arial"/>
              </a:defRPr>
            </a:lvl8pPr>
            <a:lvl9pPr algn="l">
              <a:defRPr sz="1500" b="0">
                <a:solidFill>
                  <a:srgbClr val="000000"/>
                </a:solidFill>
                <a:latin typeface="Arial"/>
                <a:ea typeface="Arial"/>
                <a:cs typeface="Arial"/>
              </a:defRPr>
            </a:lvl9pPr>
          </a:lstStyle>
          <a:p xmlns:a="http://schemas.openxmlformats.org/drawingml/2006/main">
            <a:pPr algn="l">
              <a:defRPr sz="1500" b="0">
                <a:solidFill>
                  <a:srgbClr val="000000"/>
                </a:solidFill>
                <a:latin typeface="Arial"/>
                <a:ea typeface="Arial"/>
                <a:cs typeface="Arial"/>
              </a:defRPr>
            </a:pPr>
            <a:r>
              <a:rPr sz="1500" b="0">
                <a:solidFill>
                  <a:srgbClr val="000000"/>
                </a:solidFill>
                <a:latin typeface="Arial"/>
                <a:ea typeface="Arial"/>
                <a:cs typeface="Arial"/>
              </a:rPr>
              <a:t>9</a:t>
            </a:r>
          </a:p>
        </p:txBody>
      </p:sp>
    </p:spTree>
    <p:extLst>
      <p:ext uri="{BB962C8B-B14F-4D97-AF65-F5344CB8AC3E}">
        <p14:creationId xmlns:p14="http://schemas.microsoft.com/office/powerpoint/2010/main" val="108364576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5D1E040A-2B83-4545-89A1-7C4FB639E7F2}"/>
              </a:ext>
            </a:extLst>
          </p:cNvPr>
          <p:cNvSpPr>
            <a:spLocks xmlns:a="http://schemas.openxmlformats.org/drawingml/2006/main" noGrp="1"/>
          </p:cNvSpPr>
          <p:nvPr/>
        </p:nvSpPr>
        <p:spPr>
          <a:xfrm xmlns:a="http://schemas.openxmlformats.org/drawingml/2006/main">
            <a:off x="723900" y="571500"/>
            <a:ext cx="107442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600" b="1">
                <a:solidFill>
                  <a:srgbClr val="000000"/>
                </a:solidFill>
                <a:latin typeface="Arial"/>
                <a:ea typeface="Arial"/>
                <a:cs typeface="Arial"/>
              </a:defRPr>
            </a:defPPr>
            <a:lvl1pPr algn="l">
              <a:defRPr sz="3600" b="1">
                <a:solidFill>
                  <a:srgbClr val="000000"/>
                </a:solidFill>
                <a:latin typeface="Arial"/>
                <a:ea typeface="Arial"/>
                <a:cs typeface="Arial"/>
              </a:defRPr>
            </a:lvl1pPr>
            <a:lvl2pPr algn="l">
              <a:defRPr sz="3600" b="1">
                <a:solidFill>
                  <a:srgbClr val="000000"/>
                </a:solidFill>
                <a:latin typeface="Arial"/>
                <a:ea typeface="Arial"/>
                <a:cs typeface="Arial"/>
              </a:defRPr>
            </a:lvl2pPr>
            <a:lvl3pPr algn="l">
              <a:defRPr sz="3600" b="1">
                <a:solidFill>
                  <a:srgbClr val="000000"/>
                </a:solidFill>
                <a:latin typeface="Arial"/>
                <a:ea typeface="Arial"/>
                <a:cs typeface="Arial"/>
              </a:defRPr>
            </a:lvl3pPr>
            <a:lvl4pPr algn="l">
              <a:defRPr sz="3600" b="1">
                <a:solidFill>
                  <a:srgbClr val="000000"/>
                </a:solidFill>
                <a:latin typeface="Arial"/>
                <a:ea typeface="Arial"/>
                <a:cs typeface="Arial"/>
              </a:defRPr>
            </a:lvl4pPr>
            <a:lvl5pPr algn="l">
              <a:defRPr sz="3600" b="1">
                <a:solidFill>
                  <a:srgbClr val="000000"/>
                </a:solidFill>
                <a:latin typeface="Arial"/>
                <a:ea typeface="Arial"/>
                <a:cs typeface="Arial"/>
              </a:defRPr>
            </a:lvl5pPr>
            <a:lvl6pPr algn="l">
              <a:defRPr sz="3600" b="1">
                <a:solidFill>
                  <a:srgbClr val="000000"/>
                </a:solidFill>
                <a:latin typeface="Arial"/>
                <a:ea typeface="Arial"/>
                <a:cs typeface="Arial"/>
              </a:defRPr>
            </a:lvl6pPr>
            <a:lvl7pPr algn="l">
              <a:defRPr sz="3600" b="1">
                <a:solidFill>
                  <a:srgbClr val="000000"/>
                </a:solidFill>
                <a:latin typeface="Arial"/>
                <a:ea typeface="Arial"/>
                <a:cs typeface="Arial"/>
              </a:defRPr>
            </a:lvl7pPr>
            <a:lvl8pPr algn="l">
              <a:defRPr sz="3600" b="1">
                <a:solidFill>
                  <a:srgbClr val="000000"/>
                </a:solidFill>
                <a:latin typeface="Arial"/>
                <a:ea typeface="Arial"/>
                <a:cs typeface="Arial"/>
              </a:defRPr>
            </a:lvl8pPr>
            <a:lvl9pPr algn="l">
              <a:defRPr sz="3600" b="1">
                <a:solidFill>
                  <a:srgbClr val="000000"/>
                </a:solidFill>
                <a:latin typeface="Arial"/>
                <a:ea typeface="Arial"/>
                <a:cs typeface="Arial"/>
              </a:defRPr>
            </a:lvl9pPr>
          </a:lstStyle>
          <a:p xmlns:a="http://schemas.openxmlformats.org/drawingml/2006/main">
            <a:pPr algn="l">
              <a:defRPr sz="3600" b="1">
                <a:solidFill>
                  <a:srgbClr val="000000"/>
                </a:solidFill>
                <a:latin typeface="Arial"/>
                <a:ea typeface="Arial"/>
                <a:cs typeface="Arial"/>
              </a:defRPr>
            </a:pPr>
            <a:r>
              <a:rPr sz="3600" b="1">
                <a:solidFill>
                  <a:srgbClr val="000000"/>
                </a:solidFill>
                <a:latin typeface="Arial"/>
                <a:ea typeface="Arial"/>
                <a:cs typeface="Arial"/>
              </a:rPr>
              <a:t>Architecture and dependency direction</a:t>
            </a:r>
          </a:p>
        </p:txBody>
      </p:sp>
      <p:sp>
        <p:nvSpPr>
          <p:cNvPr id="2" name="point-1">
            <a:extLst xmlns:a="http://schemas.openxmlformats.org/drawingml/2006/main">
              <a:ext uri="{FF2B5EF4-FFF2-40B4-BE49-F238E27FC236}">
                <a16:creationId xmlns:a16="http://schemas.microsoft.com/office/drawing/2014/main" id="{7EF625C9-5D89-4B36-9A43-5CD59C62A408}"/>
              </a:ext>
            </a:extLst>
          </p:cNvPr>
          <p:cNvSpPr>
            <a:spLocks xmlns:a="http://schemas.openxmlformats.org/drawingml/2006/main" noGrp="1"/>
          </p:cNvSpPr>
          <p:nvPr/>
        </p:nvSpPr>
        <p:spPr>
          <a:xfrm xmlns:a="http://schemas.openxmlformats.org/drawingml/2006/main">
            <a:off x="723900" y="1695450"/>
            <a:ext cx="107442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400" b="0">
                <a:solidFill>
                  <a:srgbClr val="000000"/>
                </a:solidFill>
                <a:latin typeface="Arial"/>
                <a:ea typeface="Arial"/>
                <a:cs typeface="Arial"/>
              </a:defRPr>
            </a:defPPr>
            <a:lvl1pPr algn="l">
              <a:defRPr sz="2400" b="0">
                <a:solidFill>
                  <a:srgbClr val="000000"/>
                </a:solidFill>
                <a:latin typeface="Arial"/>
                <a:ea typeface="Arial"/>
                <a:cs typeface="Arial"/>
              </a:defRPr>
            </a:lvl1pPr>
            <a:lvl2pPr algn="l">
              <a:defRPr sz="2400" b="0">
                <a:solidFill>
                  <a:srgbClr val="000000"/>
                </a:solidFill>
                <a:latin typeface="Arial"/>
                <a:ea typeface="Arial"/>
                <a:cs typeface="Arial"/>
              </a:defRPr>
            </a:lvl2pPr>
            <a:lvl3pPr algn="l">
              <a:defRPr sz="2400" b="0">
                <a:solidFill>
                  <a:srgbClr val="000000"/>
                </a:solidFill>
                <a:latin typeface="Arial"/>
                <a:ea typeface="Arial"/>
                <a:cs typeface="Arial"/>
              </a:defRPr>
            </a:lvl3pPr>
            <a:lvl4pPr algn="l">
              <a:defRPr sz="2400" b="0">
                <a:solidFill>
                  <a:srgbClr val="000000"/>
                </a:solidFill>
                <a:latin typeface="Arial"/>
                <a:ea typeface="Arial"/>
                <a:cs typeface="Arial"/>
              </a:defRPr>
            </a:lvl4pPr>
            <a:lvl5pPr algn="l">
              <a:defRPr sz="2400" b="0">
                <a:solidFill>
                  <a:srgbClr val="000000"/>
                </a:solidFill>
                <a:latin typeface="Arial"/>
                <a:ea typeface="Arial"/>
                <a:cs typeface="Arial"/>
              </a:defRPr>
            </a:lvl5pPr>
            <a:lvl6pPr algn="l">
              <a:defRPr sz="2400" b="0">
                <a:solidFill>
                  <a:srgbClr val="000000"/>
                </a:solidFill>
                <a:latin typeface="Arial"/>
                <a:ea typeface="Arial"/>
                <a:cs typeface="Arial"/>
              </a:defRPr>
            </a:lvl6pPr>
            <a:lvl7pPr algn="l">
              <a:defRPr sz="2400" b="0">
                <a:solidFill>
                  <a:srgbClr val="000000"/>
                </a:solidFill>
                <a:latin typeface="Arial"/>
                <a:ea typeface="Arial"/>
                <a:cs typeface="Arial"/>
              </a:defRPr>
            </a:lvl7pPr>
            <a:lvl8pPr algn="l">
              <a:defRPr sz="2400" b="0">
                <a:solidFill>
                  <a:srgbClr val="000000"/>
                </a:solidFill>
                <a:latin typeface="Arial"/>
                <a:ea typeface="Arial"/>
                <a:cs typeface="Arial"/>
              </a:defRPr>
            </a:lvl8pPr>
            <a:lvl9pPr algn="l">
              <a:defRPr sz="2400" b="0">
                <a:solidFill>
                  <a:srgbClr val="000000"/>
                </a:solidFill>
                <a:latin typeface="Arial"/>
                <a:ea typeface="Arial"/>
                <a:cs typeface="Arial"/>
              </a:defRPr>
            </a:lvl9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Browser interface and API coordinate a separate durable processing worker.</a:t>
            </a:r>
          </a:p>
        </p:txBody>
      </p:sp>
      <p:sp>
        <p:nvSpPr>
          <p:cNvPr id="3" name="point-2">
            <a:extLst xmlns:a="http://schemas.openxmlformats.org/drawingml/2006/main">
              <a:ext uri="{FF2B5EF4-FFF2-40B4-BE49-F238E27FC236}">
                <a16:creationId xmlns:a16="http://schemas.microsoft.com/office/drawing/2014/main" id="{6CD6D8CF-7153-4FBF-ACA9-784C7F9B7354}"/>
              </a:ext>
            </a:extLst>
          </p:cNvPr>
          <p:cNvSpPr>
            <a:spLocks xmlns:a="http://schemas.openxmlformats.org/drawingml/2006/main" noGrp="1"/>
          </p:cNvSpPr>
          <p:nvPr/>
        </p:nvSpPr>
        <p:spPr>
          <a:xfrm xmlns:a="http://schemas.openxmlformats.org/drawingml/2006/main">
            <a:off x="723900" y="2676525"/>
            <a:ext cx="107442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400" b="0">
                <a:solidFill>
                  <a:srgbClr val="000000"/>
                </a:solidFill>
                <a:latin typeface="Arial"/>
                <a:ea typeface="Arial"/>
                <a:cs typeface="Arial"/>
              </a:defRPr>
            </a:defPPr>
            <a:lvl1pPr algn="l">
              <a:defRPr sz="2400" b="0">
                <a:solidFill>
                  <a:srgbClr val="000000"/>
                </a:solidFill>
                <a:latin typeface="Arial"/>
                <a:ea typeface="Arial"/>
                <a:cs typeface="Arial"/>
              </a:defRPr>
            </a:lvl1pPr>
            <a:lvl2pPr algn="l">
              <a:defRPr sz="2400" b="0">
                <a:solidFill>
                  <a:srgbClr val="000000"/>
                </a:solidFill>
                <a:latin typeface="Arial"/>
                <a:ea typeface="Arial"/>
                <a:cs typeface="Arial"/>
              </a:defRPr>
            </a:lvl2pPr>
            <a:lvl3pPr algn="l">
              <a:defRPr sz="2400" b="0">
                <a:solidFill>
                  <a:srgbClr val="000000"/>
                </a:solidFill>
                <a:latin typeface="Arial"/>
                <a:ea typeface="Arial"/>
                <a:cs typeface="Arial"/>
              </a:defRPr>
            </a:lvl3pPr>
            <a:lvl4pPr algn="l">
              <a:defRPr sz="2400" b="0">
                <a:solidFill>
                  <a:srgbClr val="000000"/>
                </a:solidFill>
                <a:latin typeface="Arial"/>
                <a:ea typeface="Arial"/>
                <a:cs typeface="Arial"/>
              </a:defRPr>
            </a:lvl4pPr>
            <a:lvl5pPr algn="l">
              <a:defRPr sz="2400" b="0">
                <a:solidFill>
                  <a:srgbClr val="000000"/>
                </a:solidFill>
                <a:latin typeface="Arial"/>
                <a:ea typeface="Arial"/>
                <a:cs typeface="Arial"/>
              </a:defRPr>
            </a:lvl5pPr>
            <a:lvl6pPr algn="l">
              <a:defRPr sz="2400" b="0">
                <a:solidFill>
                  <a:srgbClr val="000000"/>
                </a:solidFill>
                <a:latin typeface="Arial"/>
                <a:ea typeface="Arial"/>
                <a:cs typeface="Arial"/>
              </a:defRPr>
            </a:lvl6pPr>
            <a:lvl7pPr algn="l">
              <a:defRPr sz="2400" b="0">
                <a:solidFill>
                  <a:srgbClr val="000000"/>
                </a:solidFill>
                <a:latin typeface="Arial"/>
                <a:ea typeface="Arial"/>
                <a:cs typeface="Arial"/>
              </a:defRPr>
            </a:lvl7pPr>
            <a:lvl8pPr algn="l">
              <a:defRPr sz="2400" b="0">
                <a:solidFill>
                  <a:srgbClr val="000000"/>
                </a:solidFill>
                <a:latin typeface="Arial"/>
                <a:ea typeface="Arial"/>
                <a:cs typeface="Arial"/>
              </a:defRPr>
            </a:lvl8pPr>
            <a:lvl9pPr algn="l">
              <a:defRPr sz="2400" b="0">
                <a:solidFill>
                  <a:srgbClr val="000000"/>
                </a:solidFill>
                <a:latin typeface="Arial"/>
                <a:ea typeface="Arial"/>
                <a:cs typeface="Arial"/>
              </a:defRPr>
            </a:lvl9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Domain rules define evidence and findings. Application use cases depend on narrow ports.</a:t>
            </a:r>
          </a:p>
        </p:txBody>
      </p:sp>
      <p:sp>
        <p:nvSpPr>
          <p:cNvPr id="4" name="point-3">
            <a:extLst xmlns:a="http://schemas.openxmlformats.org/drawingml/2006/main">
              <a:ext uri="{FF2B5EF4-FFF2-40B4-BE49-F238E27FC236}">
                <a16:creationId xmlns:a16="http://schemas.microsoft.com/office/drawing/2014/main" id="{82223FDC-3645-476B-9B93-6A76A87AE260}"/>
              </a:ext>
            </a:extLst>
          </p:cNvPr>
          <p:cNvSpPr>
            <a:spLocks xmlns:a="http://schemas.openxmlformats.org/drawingml/2006/main" noGrp="1"/>
          </p:cNvSpPr>
          <p:nvPr/>
        </p:nvSpPr>
        <p:spPr>
          <a:xfrm xmlns:a="http://schemas.openxmlformats.org/drawingml/2006/main">
            <a:off x="723900" y="3657600"/>
            <a:ext cx="107442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400" b="0">
                <a:solidFill>
                  <a:srgbClr val="000000"/>
                </a:solidFill>
                <a:latin typeface="Arial"/>
                <a:ea typeface="Arial"/>
                <a:cs typeface="Arial"/>
              </a:defRPr>
            </a:defPPr>
            <a:lvl1pPr algn="l">
              <a:defRPr sz="2400" b="0">
                <a:solidFill>
                  <a:srgbClr val="000000"/>
                </a:solidFill>
                <a:latin typeface="Arial"/>
                <a:ea typeface="Arial"/>
                <a:cs typeface="Arial"/>
              </a:defRPr>
            </a:lvl1pPr>
            <a:lvl2pPr algn="l">
              <a:defRPr sz="2400" b="0">
                <a:solidFill>
                  <a:srgbClr val="000000"/>
                </a:solidFill>
                <a:latin typeface="Arial"/>
                <a:ea typeface="Arial"/>
                <a:cs typeface="Arial"/>
              </a:defRPr>
            </a:lvl2pPr>
            <a:lvl3pPr algn="l">
              <a:defRPr sz="2400" b="0">
                <a:solidFill>
                  <a:srgbClr val="000000"/>
                </a:solidFill>
                <a:latin typeface="Arial"/>
                <a:ea typeface="Arial"/>
                <a:cs typeface="Arial"/>
              </a:defRPr>
            </a:lvl3pPr>
            <a:lvl4pPr algn="l">
              <a:defRPr sz="2400" b="0">
                <a:solidFill>
                  <a:srgbClr val="000000"/>
                </a:solidFill>
                <a:latin typeface="Arial"/>
                <a:ea typeface="Arial"/>
                <a:cs typeface="Arial"/>
              </a:defRPr>
            </a:lvl4pPr>
            <a:lvl5pPr algn="l">
              <a:defRPr sz="2400" b="0">
                <a:solidFill>
                  <a:srgbClr val="000000"/>
                </a:solidFill>
                <a:latin typeface="Arial"/>
                <a:ea typeface="Arial"/>
                <a:cs typeface="Arial"/>
              </a:defRPr>
            </a:lvl5pPr>
            <a:lvl6pPr algn="l">
              <a:defRPr sz="2400" b="0">
                <a:solidFill>
                  <a:srgbClr val="000000"/>
                </a:solidFill>
                <a:latin typeface="Arial"/>
                <a:ea typeface="Arial"/>
                <a:cs typeface="Arial"/>
              </a:defRPr>
            </a:lvl6pPr>
            <a:lvl7pPr algn="l">
              <a:defRPr sz="2400" b="0">
                <a:solidFill>
                  <a:srgbClr val="000000"/>
                </a:solidFill>
                <a:latin typeface="Arial"/>
                <a:ea typeface="Arial"/>
                <a:cs typeface="Arial"/>
              </a:defRPr>
            </a:lvl7pPr>
            <a:lvl8pPr algn="l">
              <a:defRPr sz="2400" b="0">
                <a:solidFill>
                  <a:srgbClr val="000000"/>
                </a:solidFill>
                <a:latin typeface="Arial"/>
                <a:ea typeface="Arial"/>
                <a:cs typeface="Arial"/>
              </a:defRPr>
            </a:lvl8pPr>
            <a:lvl9pPr algn="l">
              <a:defRPr sz="2400" b="0">
                <a:solidFill>
                  <a:srgbClr val="000000"/>
                </a:solidFill>
                <a:latin typeface="Arial"/>
                <a:ea typeface="Arial"/>
                <a:cs typeface="Arial"/>
              </a:defRPr>
            </a:lvl9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HTTP, database, parser and provider adapters implement those ports.</a:t>
            </a:r>
          </a:p>
        </p:txBody>
      </p:sp>
      <p:sp>
        <p:nvSpPr>
          <p:cNvPr id="5" name="point-4">
            <a:extLst xmlns:a="http://schemas.openxmlformats.org/drawingml/2006/main">
              <a:ext uri="{FF2B5EF4-FFF2-40B4-BE49-F238E27FC236}">
                <a16:creationId xmlns:a16="http://schemas.microsoft.com/office/drawing/2014/main" id="{0403AFF5-33F6-4C08-8CA6-1D823A871ED5}"/>
              </a:ext>
            </a:extLst>
          </p:cNvPr>
          <p:cNvSpPr>
            <a:spLocks xmlns:a="http://schemas.openxmlformats.org/drawingml/2006/main" noGrp="1"/>
          </p:cNvSpPr>
          <p:nvPr/>
        </p:nvSpPr>
        <p:spPr>
          <a:xfrm xmlns:a="http://schemas.openxmlformats.org/drawingml/2006/main">
            <a:off x="723900" y="4638675"/>
            <a:ext cx="107442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400" b="0">
                <a:solidFill>
                  <a:srgbClr val="000000"/>
                </a:solidFill>
                <a:latin typeface="Arial"/>
                <a:ea typeface="Arial"/>
                <a:cs typeface="Arial"/>
              </a:defRPr>
            </a:defPPr>
            <a:lvl1pPr algn="l">
              <a:defRPr sz="2400" b="0">
                <a:solidFill>
                  <a:srgbClr val="000000"/>
                </a:solidFill>
                <a:latin typeface="Arial"/>
                <a:ea typeface="Arial"/>
                <a:cs typeface="Arial"/>
              </a:defRPr>
            </a:lvl1pPr>
            <a:lvl2pPr algn="l">
              <a:defRPr sz="2400" b="0">
                <a:solidFill>
                  <a:srgbClr val="000000"/>
                </a:solidFill>
                <a:latin typeface="Arial"/>
                <a:ea typeface="Arial"/>
                <a:cs typeface="Arial"/>
              </a:defRPr>
            </a:lvl2pPr>
            <a:lvl3pPr algn="l">
              <a:defRPr sz="2400" b="0">
                <a:solidFill>
                  <a:srgbClr val="000000"/>
                </a:solidFill>
                <a:latin typeface="Arial"/>
                <a:ea typeface="Arial"/>
                <a:cs typeface="Arial"/>
              </a:defRPr>
            </a:lvl3pPr>
            <a:lvl4pPr algn="l">
              <a:defRPr sz="2400" b="0">
                <a:solidFill>
                  <a:srgbClr val="000000"/>
                </a:solidFill>
                <a:latin typeface="Arial"/>
                <a:ea typeface="Arial"/>
                <a:cs typeface="Arial"/>
              </a:defRPr>
            </a:lvl4pPr>
            <a:lvl5pPr algn="l">
              <a:defRPr sz="2400" b="0">
                <a:solidFill>
                  <a:srgbClr val="000000"/>
                </a:solidFill>
                <a:latin typeface="Arial"/>
                <a:ea typeface="Arial"/>
                <a:cs typeface="Arial"/>
              </a:defRPr>
            </a:lvl5pPr>
            <a:lvl6pPr algn="l">
              <a:defRPr sz="2400" b="0">
                <a:solidFill>
                  <a:srgbClr val="000000"/>
                </a:solidFill>
                <a:latin typeface="Arial"/>
                <a:ea typeface="Arial"/>
                <a:cs typeface="Arial"/>
              </a:defRPr>
            </a:lvl6pPr>
            <a:lvl7pPr algn="l">
              <a:defRPr sz="2400" b="0">
                <a:solidFill>
                  <a:srgbClr val="000000"/>
                </a:solidFill>
                <a:latin typeface="Arial"/>
                <a:ea typeface="Arial"/>
                <a:cs typeface="Arial"/>
              </a:defRPr>
            </a:lvl7pPr>
            <a:lvl8pPr algn="l">
              <a:defRPr sz="2400" b="0">
                <a:solidFill>
                  <a:srgbClr val="000000"/>
                </a:solidFill>
                <a:latin typeface="Arial"/>
                <a:ea typeface="Arial"/>
                <a:cs typeface="Arial"/>
              </a:defRPr>
            </a:lvl8pPr>
            <a:lvl9pPr algn="l">
              <a:defRPr sz="2400" b="0">
                <a:solidFill>
                  <a:srgbClr val="000000"/>
                </a:solidFill>
                <a:latin typeface="Arial"/>
                <a:ea typeface="Arial"/>
                <a:cs typeface="Arial"/>
              </a:defRPr>
            </a:lvl9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Six Mermaid views and SVG exports align scenarios, components, data and deployment.</a:t>
            </a:r>
          </a:p>
        </p:txBody>
      </p:sp>
      <p:sp>
        <p:nvSpPr>
          <p:cNvPr id="6" name="page">
            <a:extLst xmlns:a="http://schemas.openxmlformats.org/drawingml/2006/main">
              <a:ext uri="{FF2B5EF4-FFF2-40B4-BE49-F238E27FC236}">
                <a16:creationId xmlns:a16="http://schemas.microsoft.com/office/drawing/2014/main" id="{179E2343-8A0C-4103-B902-A7A1BA14BD15}"/>
              </a:ext>
            </a:extLst>
          </p:cNvPr>
          <p:cNvSpPr>
            <a:spLocks xmlns:a="http://schemas.openxmlformats.org/drawingml/2006/main" noGrp="1"/>
          </p:cNvSpPr>
          <p:nvPr/>
        </p:nvSpPr>
        <p:spPr>
          <a:xfrm xmlns:a="http://schemas.openxmlformats.org/drawingml/2006/main">
            <a:off x="11144250" y="62388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0">
                <a:solidFill>
                  <a:srgbClr val="000000"/>
                </a:solidFill>
                <a:latin typeface="Arial"/>
                <a:ea typeface="Arial"/>
                <a:cs typeface="Arial"/>
              </a:defRPr>
            </a:defPPr>
            <a:lvl1pPr algn="l">
              <a:defRPr sz="1500" b="0">
                <a:solidFill>
                  <a:srgbClr val="000000"/>
                </a:solidFill>
                <a:latin typeface="Arial"/>
                <a:ea typeface="Arial"/>
                <a:cs typeface="Arial"/>
              </a:defRPr>
            </a:lvl1pPr>
            <a:lvl2pPr algn="l">
              <a:defRPr sz="1500" b="0">
                <a:solidFill>
                  <a:srgbClr val="000000"/>
                </a:solidFill>
                <a:latin typeface="Arial"/>
                <a:ea typeface="Arial"/>
                <a:cs typeface="Arial"/>
              </a:defRPr>
            </a:lvl2pPr>
            <a:lvl3pPr algn="l">
              <a:defRPr sz="1500" b="0">
                <a:solidFill>
                  <a:srgbClr val="000000"/>
                </a:solidFill>
                <a:latin typeface="Arial"/>
                <a:ea typeface="Arial"/>
                <a:cs typeface="Arial"/>
              </a:defRPr>
            </a:lvl3pPr>
            <a:lvl4pPr algn="l">
              <a:defRPr sz="1500" b="0">
                <a:solidFill>
                  <a:srgbClr val="000000"/>
                </a:solidFill>
                <a:latin typeface="Arial"/>
                <a:ea typeface="Arial"/>
                <a:cs typeface="Arial"/>
              </a:defRPr>
            </a:lvl4pPr>
            <a:lvl5pPr algn="l">
              <a:defRPr sz="1500" b="0">
                <a:solidFill>
                  <a:srgbClr val="000000"/>
                </a:solidFill>
                <a:latin typeface="Arial"/>
                <a:ea typeface="Arial"/>
                <a:cs typeface="Arial"/>
              </a:defRPr>
            </a:lvl5pPr>
            <a:lvl6pPr algn="l">
              <a:defRPr sz="1500" b="0">
                <a:solidFill>
                  <a:srgbClr val="000000"/>
                </a:solidFill>
                <a:latin typeface="Arial"/>
                <a:ea typeface="Arial"/>
                <a:cs typeface="Arial"/>
              </a:defRPr>
            </a:lvl6pPr>
            <a:lvl7pPr algn="l">
              <a:defRPr sz="1500" b="0">
                <a:solidFill>
                  <a:srgbClr val="000000"/>
                </a:solidFill>
                <a:latin typeface="Arial"/>
                <a:ea typeface="Arial"/>
                <a:cs typeface="Arial"/>
              </a:defRPr>
            </a:lvl7pPr>
            <a:lvl8pPr algn="l">
              <a:defRPr sz="1500" b="0">
                <a:solidFill>
                  <a:srgbClr val="000000"/>
                </a:solidFill>
                <a:latin typeface="Arial"/>
                <a:ea typeface="Arial"/>
                <a:cs typeface="Arial"/>
              </a:defRPr>
            </a:lvl8pPr>
            <a:lvl9pPr algn="l">
              <a:defRPr sz="1500" b="0">
                <a:solidFill>
                  <a:srgbClr val="000000"/>
                </a:solidFill>
                <a:latin typeface="Arial"/>
                <a:ea typeface="Arial"/>
                <a:cs typeface="Arial"/>
              </a:defRPr>
            </a:lvl9pPr>
          </a:lstStyle>
          <a:p xmlns:a="http://schemas.openxmlformats.org/drawingml/2006/main">
            <a:pPr algn="l">
              <a:defRPr sz="1500" b="0">
                <a:solidFill>
                  <a:srgbClr val="000000"/>
                </a:solidFill>
                <a:latin typeface="Arial"/>
                <a:ea typeface="Arial"/>
                <a:cs typeface="Arial"/>
              </a:defRPr>
            </a:pPr>
            <a:r>
              <a:rPr sz="1500" b="0">
                <a:solidFill>
                  <a:srgbClr val="000000"/>
                </a:solidFill>
                <a:latin typeface="Arial"/>
                <a:ea typeface="Arial"/>
                <a:cs typeface="Arial"/>
              </a:rPr>
              <a:t>10</a:t>
            </a:r>
          </a:p>
        </p:txBody>
      </p:sp>
    </p:spTree>
    <p:extLst>
      <p:ext uri="{BB962C8B-B14F-4D97-AF65-F5344CB8AC3E}">
        <p14:creationId xmlns:p14="http://schemas.microsoft.com/office/powerpoint/2010/main" val="9406631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B9A1FC20-CAC7-4805-8A3D-4DB6981CA53B}"/>
              </a:ext>
            </a:extLst>
          </p:cNvPr>
          <p:cNvSpPr>
            <a:spLocks xmlns:a="http://schemas.openxmlformats.org/drawingml/2006/main" noGrp="1"/>
          </p:cNvSpPr>
          <p:nvPr/>
        </p:nvSpPr>
        <p:spPr>
          <a:xfrm xmlns:a="http://schemas.openxmlformats.org/drawingml/2006/main">
            <a:off x="723900" y="571500"/>
            <a:ext cx="107442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600" b="1">
                <a:solidFill>
                  <a:srgbClr val="000000"/>
                </a:solidFill>
                <a:latin typeface="Arial"/>
                <a:ea typeface="Arial"/>
                <a:cs typeface="Arial"/>
              </a:defRPr>
            </a:defPPr>
            <a:lvl1pPr algn="l">
              <a:defRPr sz="3600" b="1">
                <a:solidFill>
                  <a:srgbClr val="000000"/>
                </a:solidFill>
                <a:latin typeface="Arial"/>
                <a:ea typeface="Arial"/>
                <a:cs typeface="Arial"/>
              </a:defRPr>
            </a:lvl1pPr>
            <a:lvl2pPr algn="l">
              <a:defRPr sz="3600" b="1">
                <a:solidFill>
                  <a:srgbClr val="000000"/>
                </a:solidFill>
                <a:latin typeface="Arial"/>
                <a:ea typeface="Arial"/>
                <a:cs typeface="Arial"/>
              </a:defRPr>
            </a:lvl2pPr>
            <a:lvl3pPr algn="l">
              <a:defRPr sz="3600" b="1">
                <a:solidFill>
                  <a:srgbClr val="000000"/>
                </a:solidFill>
                <a:latin typeface="Arial"/>
                <a:ea typeface="Arial"/>
                <a:cs typeface="Arial"/>
              </a:defRPr>
            </a:lvl3pPr>
            <a:lvl4pPr algn="l">
              <a:defRPr sz="3600" b="1">
                <a:solidFill>
                  <a:srgbClr val="000000"/>
                </a:solidFill>
                <a:latin typeface="Arial"/>
                <a:ea typeface="Arial"/>
                <a:cs typeface="Arial"/>
              </a:defRPr>
            </a:lvl4pPr>
            <a:lvl5pPr algn="l">
              <a:defRPr sz="3600" b="1">
                <a:solidFill>
                  <a:srgbClr val="000000"/>
                </a:solidFill>
                <a:latin typeface="Arial"/>
                <a:ea typeface="Arial"/>
                <a:cs typeface="Arial"/>
              </a:defRPr>
            </a:lvl5pPr>
            <a:lvl6pPr algn="l">
              <a:defRPr sz="3600" b="1">
                <a:solidFill>
                  <a:srgbClr val="000000"/>
                </a:solidFill>
                <a:latin typeface="Arial"/>
                <a:ea typeface="Arial"/>
                <a:cs typeface="Arial"/>
              </a:defRPr>
            </a:lvl6pPr>
            <a:lvl7pPr algn="l">
              <a:defRPr sz="3600" b="1">
                <a:solidFill>
                  <a:srgbClr val="000000"/>
                </a:solidFill>
                <a:latin typeface="Arial"/>
                <a:ea typeface="Arial"/>
                <a:cs typeface="Arial"/>
              </a:defRPr>
            </a:lvl7pPr>
            <a:lvl8pPr algn="l">
              <a:defRPr sz="3600" b="1">
                <a:solidFill>
                  <a:srgbClr val="000000"/>
                </a:solidFill>
                <a:latin typeface="Arial"/>
                <a:ea typeface="Arial"/>
                <a:cs typeface="Arial"/>
              </a:defRPr>
            </a:lvl8pPr>
            <a:lvl9pPr algn="l">
              <a:defRPr sz="3600" b="1">
                <a:solidFill>
                  <a:srgbClr val="000000"/>
                </a:solidFill>
                <a:latin typeface="Arial"/>
                <a:ea typeface="Arial"/>
                <a:cs typeface="Arial"/>
              </a:defRPr>
            </a:lvl9pPr>
          </a:lstStyle>
          <a:p xmlns:a="http://schemas.openxmlformats.org/drawingml/2006/main">
            <a:pPr algn="l">
              <a:defRPr sz="3600" b="1">
                <a:solidFill>
                  <a:srgbClr val="000000"/>
                </a:solidFill>
                <a:latin typeface="Arial"/>
                <a:ea typeface="Arial"/>
                <a:cs typeface="Arial"/>
              </a:defRPr>
            </a:pPr>
            <a:r>
              <a:rPr sz="3600" b="1">
                <a:solidFill>
                  <a:srgbClr val="000000"/>
                </a:solidFill>
                <a:latin typeface="Arial"/>
                <a:ea typeface="Arial"/>
                <a:cs typeface="Arial"/>
              </a:rPr>
              <a:t>Privacy boundary</a:t>
            </a:r>
          </a:p>
        </p:txBody>
      </p:sp>
      <p:sp>
        <p:nvSpPr>
          <p:cNvPr id="2" name="point-1">
            <a:extLst xmlns:a="http://schemas.openxmlformats.org/drawingml/2006/main">
              <a:ext uri="{FF2B5EF4-FFF2-40B4-BE49-F238E27FC236}">
                <a16:creationId xmlns:a16="http://schemas.microsoft.com/office/drawing/2014/main" id="{3F0F2A01-AEE6-4062-8BBD-F8A160DEC256}"/>
              </a:ext>
            </a:extLst>
          </p:cNvPr>
          <p:cNvSpPr>
            <a:spLocks xmlns:a="http://schemas.openxmlformats.org/drawingml/2006/main" noGrp="1"/>
          </p:cNvSpPr>
          <p:nvPr/>
        </p:nvSpPr>
        <p:spPr>
          <a:xfrm xmlns:a="http://schemas.openxmlformats.org/drawingml/2006/main">
            <a:off x="723900" y="1695450"/>
            <a:ext cx="107442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400" b="0">
                <a:solidFill>
                  <a:srgbClr val="000000"/>
                </a:solidFill>
                <a:latin typeface="Arial"/>
                <a:ea typeface="Arial"/>
                <a:cs typeface="Arial"/>
              </a:defRPr>
            </a:defPPr>
            <a:lvl1pPr algn="l">
              <a:defRPr sz="2400" b="0">
                <a:solidFill>
                  <a:srgbClr val="000000"/>
                </a:solidFill>
                <a:latin typeface="Arial"/>
                <a:ea typeface="Arial"/>
                <a:cs typeface="Arial"/>
              </a:defRPr>
            </a:lvl1pPr>
            <a:lvl2pPr algn="l">
              <a:defRPr sz="2400" b="0">
                <a:solidFill>
                  <a:srgbClr val="000000"/>
                </a:solidFill>
                <a:latin typeface="Arial"/>
                <a:ea typeface="Arial"/>
                <a:cs typeface="Arial"/>
              </a:defRPr>
            </a:lvl2pPr>
            <a:lvl3pPr algn="l">
              <a:defRPr sz="2400" b="0">
                <a:solidFill>
                  <a:srgbClr val="000000"/>
                </a:solidFill>
                <a:latin typeface="Arial"/>
                <a:ea typeface="Arial"/>
                <a:cs typeface="Arial"/>
              </a:defRPr>
            </a:lvl3pPr>
            <a:lvl4pPr algn="l">
              <a:defRPr sz="2400" b="0">
                <a:solidFill>
                  <a:srgbClr val="000000"/>
                </a:solidFill>
                <a:latin typeface="Arial"/>
                <a:ea typeface="Arial"/>
                <a:cs typeface="Arial"/>
              </a:defRPr>
            </a:lvl4pPr>
            <a:lvl5pPr algn="l">
              <a:defRPr sz="2400" b="0">
                <a:solidFill>
                  <a:srgbClr val="000000"/>
                </a:solidFill>
                <a:latin typeface="Arial"/>
                <a:ea typeface="Arial"/>
                <a:cs typeface="Arial"/>
              </a:defRPr>
            </a:lvl5pPr>
            <a:lvl6pPr algn="l">
              <a:defRPr sz="2400" b="0">
                <a:solidFill>
                  <a:srgbClr val="000000"/>
                </a:solidFill>
                <a:latin typeface="Arial"/>
                <a:ea typeface="Arial"/>
                <a:cs typeface="Arial"/>
              </a:defRPr>
            </a:lvl6pPr>
            <a:lvl7pPr algn="l">
              <a:defRPr sz="2400" b="0">
                <a:solidFill>
                  <a:srgbClr val="000000"/>
                </a:solidFill>
                <a:latin typeface="Arial"/>
                <a:ea typeface="Arial"/>
                <a:cs typeface="Arial"/>
              </a:defRPr>
            </a:lvl7pPr>
            <a:lvl8pPr algn="l">
              <a:defRPr sz="2400" b="0">
                <a:solidFill>
                  <a:srgbClr val="000000"/>
                </a:solidFill>
                <a:latin typeface="Arial"/>
                <a:ea typeface="Arial"/>
                <a:cs typeface="Arial"/>
              </a:defRPr>
            </a:lvl8pPr>
            <a:lvl9pPr algn="l">
              <a:defRPr sz="2400" b="0">
                <a:solidFill>
                  <a:srgbClr val="000000"/>
                </a:solidFill>
                <a:latin typeface="Arial"/>
                <a:ea typeface="Arial"/>
                <a:cs typeface="Arial"/>
              </a:defRPr>
            </a:lvl9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Each read and action checks active organization membership and role.</a:t>
            </a:r>
          </a:p>
        </p:txBody>
      </p:sp>
      <p:sp>
        <p:nvSpPr>
          <p:cNvPr id="3" name="point-2">
            <a:extLst xmlns:a="http://schemas.openxmlformats.org/drawingml/2006/main">
              <a:ext uri="{FF2B5EF4-FFF2-40B4-BE49-F238E27FC236}">
                <a16:creationId xmlns:a16="http://schemas.microsoft.com/office/drawing/2014/main" id="{313E5923-19B3-4787-8BE2-4C1B4145F959}"/>
              </a:ext>
            </a:extLst>
          </p:cNvPr>
          <p:cNvSpPr>
            <a:spLocks xmlns:a="http://schemas.openxmlformats.org/drawingml/2006/main" noGrp="1"/>
          </p:cNvSpPr>
          <p:nvPr/>
        </p:nvSpPr>
        <p:spPr>
          <a:xfrm xmlns:a="http://schemas.openxmlformats.org/drawingml/2006/main">
            <a:off x="723900" y="2676525"/>
            <a:ext cx="107442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400" b="0">
                <a:solidFill>
                  <a:srgbClr val="000000"/>
                </a:solidFill>
                <a:latin typeface="Arial"/>
                <a:ea typeface="Arial"/>
                <a:cs typeface="Arial"/>
              </a:defRPr>
            </a:defPPr>
            <a:lvl1pPr algn="l">
              <a:defRPr sz="2400" b="0">
                <a:solidFill>
                  <a:srgbClr val="000000"/>
                </a:solidFill>
                <a:latin typeface="Arial"/>
                <a:ea typeface="Arial"/>
                <a:cs typeface="Arial"/>
              </a:defRPr>
            </a:lvl1pPr>
            <a:lvl2pPr algn="l">
              <a:defRPr sz="2400" b="0">
                <a:solidFill>
                  <a:srgbClr val="000000"/>
                </a:solidFill>
                <a:latin typeface="Arial"/>
                <a:ea typeface="Arial"/>
                <a:cs typeface="Arial"/>
              </a:defRPr>
            </a:lvl2pPr>
            <a:lvl3pPr algn="l">
              <a:defRPr sz="2400" b="0">
                <a:solidFill>
                  <a:srgbClr val="000000"/>
                </a:solidFill>
                <a:latin typeface="Arial"/>
                <a:ea typeface="Arial"/>
                <a:cs typeface="Arial"/>
              </a:defRPr>
            </a:lvl3pPr>
            <a:lvl4pPr algn="l">
              <a:defRPr sz="2400" b="0">
                <a:solidFill>
                  <a:srgbClr val="000000"/>
                </a:solidFill>
                <a:latin typeface="Arial"/>
                <a:ea typeface="Arial"/>
                <a:cs typeface="Arial"/>
              </a:defRPr>
            </a:lvl4pPr>
            <a:lvl5pPr algn="l">
              <a:defRPr sz="2400" b="0">
                <a:solidFill>
                  <a:srgbClr val="000000"/>
                </a:solidFill>
                <a:latin typeface="Arial"/>
                <a:ea typeface="Arial"/>
                <a:cs typeface="Arial"/>
              </a:defRPr>
            </a:lvl5pPr>
            <a:lvl6pPr algn="l">
              <a:defRPr sz="2400" b="0">
                <a:solidFill>
                  <a:srgbClr val="000000"/>
                </a:solidFill>
                <a:latin typeface="Arial"/>
                <a:ea typeface="Arial"/>
                <a:cs typeface="Arial"/>
              </a:defRPr>
            </a:lvl6pPr>
            <a:lvl7pPr algn="l">
              <a:defRPr sz="2400" b="0">
                <a:solidFill>
                  <a:srgbClr val="000000"/>
                </a:solidFill>
                <a:latin typeface="Arial"/>
                <a:ea typeface="Arial"/>
                <a:cs typeface="Arial"/>
              </a:defRPr>
            </a:lvl7pPr>
            <a:lvl8pPr algn="l">
              <a:defRPr sz="2400" b="0">
                <a:solidFill>
                  <a:srgbClr val="000000"/>
                </a:solidFill>
                <a:latin typeface="Arial"/>
                <a:ea typeface="Arial"/>
                <a:cs typeface="Arial"/>
              </a:defRPr>
            </a:lvl8pPr>
            <a:lvl9pPr algn="l">
              <a:defRPr sz="2400" b="0">
                <a:solidFill>
                  <a:srgbClr val="000000"/>
                </a:solidFill>
                <a:latin typeface="Arial"/>
                <a:ea typeface="Arial"/>
                <a:cs typeface="Arial"/>
              </a:defRPr>
            </a:lvl9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Every embedding and generation call uses the Inference Gateway.</a:t>
            </a:r>
          </a:p>
        </p:txBody>
      </p:sp>
      <p:sp>
        <p:nvSpPr>
          <p:cNvPr id="4" name="point-3">
            <a:extLst xmlns:a="http://schemas.openxmlformats.org/drawingml/2006/main">
              <a:ext uri="{FF2B5EF4-FFF2-40B4-BE49-F238E27FC236}">
                <a16:creationId xmlns:a16="http://schemas.microsoft.com/office/drawing/2014/main" id="{E6755AED-9309-4FD8-A6FD-D971287B1B8C}"/>
              </a:ext>
            </a:extLst>
          </p:cNvPr>
          <p:cNvSpPr>
            <a:spLocks xmlns:a="http://schemas.openxmlformats.org/drawingml/2006/main" noGrp="1"/>
          </p:cNvSpPr>
          <p:nvPr/>
        </p:nvSpPr>
        <p:spPr>
          <a:xfrm xmlns:a="http://schemas.openxmlformats.org/drawingml/2006/main">
            <a:off x="723900" y="3657600"/>
            <a:ext cx="107442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400" b="0">
                <a:solidFill>
                  <a:srgbClr val="000000"/>
                </a:solidFill>
                <a:latin typeface="Arial"/>
                <a:ea typeface="Arial"/>
                <a:cs typeface="Arial"/>
              </a:defRPr>
            </a:defPPr>
            <a:lvl1pPr algn="l">
              <a:defRPr sz="2400" b="0">
                <a:solidFill>
                  <a:srgbClr val="000000"/>
                </a:solidFill>
                <a:latin typeface="Arial"/>
                <a:ea typeface="Arial"/>
                <a:cs typeface="Arial"/>
              </a:defRPr>
            </a:lvl1pPr>
            <a:lvl2pPr algn="l">
              <a:defRPr sz="2400" b="0">
                <a:solidFill>
                  <a:srgbClr val="000000"/>
                </a:solidFill>
                <a:latin typeface="Arial"/>
                <a:ea typeface="Arial"/>
                <a:cs typeface="Arial"/>
              </a:defRPr>
            </a:lvl2pPr>
            <a:lvl3pPr algn="l">
              <a:defRPr sz="2400" b="0">
                <a:solidFill>
                  <a:srgbClr val="000000"/>
                </a:solidFill>
                <a:latin typeface="Arial"/>
                <a:ea typeface="Arial"/>
                <a:cs typeface="Arial"/>
              </a:defRPr>
            </a:lvl3pPr>
            <a:lvl4pPr algn="l">
              <a:defRPr sz="2400" b="0">
                <a:solidFill>
                  <a:srgbClr val="000000"/>
                </a:solidFill>
                <a:latin typeface="Arial"/>
                <a:ea typeface="Arial"/>
                <a:cs typeface="Arial"/>
              </a:defRPr>
            </a:lvl4pPr>
            <a:lvl5pPr algn="l">
              <a:defRPr sz="2400" b="0">
                <a:solidFill>
                  <a:srgbClr val="000000"/>
                </a:solidFill>
                <a:latin typeface="Arial"/>
                <a:ea typeface="Arial"/>
                <a:cs typeface="Arial"/>
              </a:defRPr>
            </a:lvl5pPr>
            <a:lvl6pPr algn="l">
              <a:defRPr sz="2400" b="0">
                <a:solidFill>
                  <a:srgbClr val="000000"/>
                </a:solidFill>
                <a:latin typeface="Arial"/>
                <a:ea typeface="Arial"/>
                <a:cs typeface="Arial"/>
              </a:defRPr>
            </a:lvl6pPr>
            <a:lvl7pPr algn="l">
              <a:defRPr sz="2400" b="0">
                <a:solidFill>
                  <a:srgbClr val="000000"/>
                </a:solidFill>
                <a:latin typeface="Arial"/>
                <a:ea typeface="Arial"/>
                <a:cs typeface="Arial"/>
              </a:defRPr>
            </a:lvl7pPr>
            <a:lvl8pPr algn="l">
              <a:defRPr sz="2400" b="0">
                <a:solidFill>
                  <a:srgbClr val="000000"/>
                </a:solidFill>
                <a:latin typeface="Arial"/>
                <a:ea typeface="Arial"/>
                <a:cs typeface="Arial"/>
              </a:defRPr>
            </a:lvl8pPr>
            <a:lvl9pPr algn="l">
              <a:defRPr sz="2400" b="0">
                <a:solidFill>
                  <a:srgbClr val="000000"/>
                </a:solidFill>
                <a:latin typeface="Arial"/>
                <a:ea typeface="Arial"/>
                <a:cs typeface="Arial"/>
              </a:defRPr>
            </a:lvl9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Prohibited routes block processing without an unapproved hosted fallback.</a:t>
            </a:r>
          </a:p>
        </p:txBody>
      </p:sp>
      <p:sp>
        <p:nvSpPr>
          <p:cNvPr id="5" name="point-4">
            <a:extLst xmlns:a="http://schemas.openxmlformats.org/drawingml/2006/main">
              <a:ext uri="{FF2B5EF4-FFF2-40B4-BE49-F238E27FC236}">
                <a16:creationId xmlns:a16="http://schemas.microsoft.com/office/drawing/2014/main" id="{706C661E-A44C-48A6-B452-E5566FC517F9}"/>
              </a:ext>
            </a:extLst>
          </p:cNvPr>
          <p:cNvSpPr>
            <a:spLocks xmlns:a="http://schemas.openxmlformats.org/drawingml/2006/main" noGrp="1"/>
          </p:cNvSpPr>
          <p:nvPr/>
        </p:nvSpPr>
        <p:spPr>
          <a:xfrm xmlns:a="http://schemas.openxmlformats.org/drawingml/2006/main">
            <a:off x="723900" y="4638675"/>
            <a:ext cx="107442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400" b="0">
                <a:solidFill>
                  <a:srgbClr val="000000"/>
                </a:solidFill>
                <a:latin typeface="Arial"/>
                <a:ea typeface="Arial"/>
                <a:cs typeface="Arial"/>
              </a:defRPr>
            </a:defPPr>
            <a:lvl1pPr algn="l">
              <a:defRPr sz="2400" b="0">
                <a:solidFill>
                  <a:srgbClr val="000000"/>
                </a:solidFill>
                <a:latin typeface="Arial"/>
                <a:ea typeface="Arial"/>
                <a:cs typeface="Arial"/>
              </a:defRPr>
            </a:lvl1pPr>
            <a:lvl2pPr algn="l">
              <a:defRPr sz="2400" b="0">
                <a:solidFill>
                  <a:srgbClr val="000000"/>
                </a:solidFill>
                <a:latin typeface="Arial"/>
                <a:ea typeface="Arial"/>
                <a:cs typeface="Arial"/>
              </a:defRPr>
            </a:lvl2pPr>
            <a:lvl3pPr algn="l">
              <a:defRPr sz="2400" b="0">
                <a:solidFill>
                  <a:srgbClr val="000000"/>
                </a:solidFill>
                <a:latin typeface="Arial"/>
                <a:ea typeface="Arial"/>
                <a:cs typeface="Arial"/>
              </a:defRPr>
            </a:lvl3pPr>
            <a:lvl4pPr algn="l">
              <a:defRPr sz="2400" b="0">
                <a:solidFill>
                  <a:srgbClr val="000000"/>
                </a:solidFill>
                <a:latin typeface="Arial"/>
                <a:ea typeface="Arial"/>
                <a:cs typeface="Arial"/>
              </a:defRPr>
            </a:lvl4pPr>
            <a:lvl5pPr algn="l">
              <a:defRPr sz="2400" b="0">
                <a:solidFill>
                  <a:srgbClr val="000000"/>
                </a:solidFill>
                <a:latin typeface="Arial"/>
                <a:ea typeface="Arial"/>
                <a:cs typeface="Arial"/>
              </a:defRPr>
            </a:lvl5pPr>
            <a:lvl6pPr algn="l">
              <a:defRPr sz="2400" b="0">
                <a:solidFill>
                  <a:srgbClr val="000000"/>
                </a:solidFill>
                <a:latin typeface="Arial"/>
                <a:ea typeface="Arial"/>
                <a:cs typeface="Arial"/>
              </a:defRPr>
            </a:lvl6pPr>
            <a:lvl7pPr algn="l">
              <a:defRPr sz="2400" b="0">
                <a:solidFill>
                  <a:srgbClr val="000000"/>
                </a:solidFill>
                <a:latin typeface="Arial"/>
                <a:ea typeface="Arial"/>
                <a:cs typeface="Arial"/>
              </a:defRPr>
            </a:lvl7pPr>
            <a:lvl8pPr algn="l">
              <a:defRPr sz="2400" b="0">
                <a:solidFill>
                  <a:srgbClr val="000000"/>
                </a:solidFill>
                <a:latin typeface="Arial"/>
                <a:ea typeface="Arial"/>
                <a:cs typeface="Arial"/>
              </a:defRPr>
            </a:lvl8pPr>
            <a:lvl9pPr algn="l">
              <a:defRPr sz="2400" b="0">
                <a:solidFill>
                  <a:srgbClr val="000000"/>
                </a:solidFill>
                <a:latin typeface="Arial"/>
                <a:ea typeface="Arial"/>
                <a:cs typeface="Arial"/>
              </a:defRPr>
            </a:lvl9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Local inference alone does not prove privacy. Enforcement tests remain future work.</a:t>
            </a:r>
          </a:p>
        </p:txBody>
      </p:sp>
      <p:sp>
        <p:nvSpPr>
          <p:cNvPr id="6" name="page">
            <a:extLst xmlns:a="http://schemas.openxmlformats.org/drawingml/2006/main">
              <a:ext uri="{FF2B5EF4-FFF2-40B4-BE49-F238E27FC236}">
                <a16:creationId xmlns:a16="http://schemas.microsoft.com/office/drawing/2014/main" id="{FC518584-896B-4C67-9C6E-19448B67697C}"/>
              </a:ext>
            </a:extLst>
          </p:cNvPr>
          <p:cNvSpPr>
            <a:spLocks xmlns:a="http://schemas.openxmlformats.org/drawingml/2006/main" noGrp="1"/>
          </p:cNvSpPr>
          <p:nvPr/>
        </p:nvSpPr>
        <p:spPr>
          <a:xfrm xmlns:a="http://schemas.openxmlformats.org/drawingml/2006/main">
            <a:off x="11144250" y="62388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0">
                <a:solidFill>
                  <a:srgbClr val="000000"/>
                </a:solidFill>
                <a:latin typeface="Arial"/>
                <a:ea typeface="Arial"/>
                <a:cs typeface="Arial"/>
              </a:defRPr>
            </a:defPPr>
            <a:lvl1pPr algn="l">
              <a:defRPr sz="1500" b="0">
                <a:solidFill>
                  <a:srgbClr val="000000"/>
                </a:solidFill>
                <a:latin typeface="Arial"/>
                <a:ea typeface="Arial"/>
                <a:cs typeface="Arial"/>
              </a:defRPr>
            </a:lvl1pPr>
            <a:lvl2pPr algn="l">
              <a:defRPr sz="1500" b="0">
                <a:solidFill>
                  <a:srgbClr val="000000"/>
                </a:solidFill>
                <a:latin typeface="Arial"/>
                <a:ea typeface="Arial"/>
                <a:cs typeface="Arial"/>
              </a:defRPr>
            </a:lvl2pPr>
            <a:lvl3pPr algn="l">
              <a:defRPr sz="1500" b="0">
                <a:solidFill>
                  <a:srgbClr val="000000"/>
                </a:solidFill>
                <a:latin typeface="Arial"/>
                <a:ea typeface="Arial"/>
                <a:cs typeface="Arial"/>
              </a:defRPr>
            </a:lvl3pPr>
            <a:lvl4pPr algn="l">
              <a:defRPr sz="1500" b="0">
                <a:solidFill>
                  <a:srgbClr val="000000"/>
                </a:solidFill>
                <a:latin typeface="Arial"/>
                <a:ea typeface="Arial"/>
                <a:cs typeface="Arial"/>
              </a:defRPr>
            </a:lvl4pPr>
            <a:lvl5pPr algn="l">
              <a:defRPr sz="1500" b="0">
                <a:solidFill>
                  <a:srgbClr val="000000"/>
                </a:solidFill>
                <a:latin typeface="Arial"/>
                <a:ea typeface="Arial"/>
                <a:cs typeface="Arial"/>
              </a:defRPr>
            </a:lvl5pPr>
            <a:lvl6pPr algn="l">
              <a:defRPr sz="1500" b="0">
                <a:solidFill>
                  <a:srgbClr val="000000"/>
                </a:solidFill>
                <a:latin typeface="Arial"/>
                <a:ea typeface="Arial"/>
                <a:cs typeface="Arial"/>
              </a:defRPr>
            </a:lvl6pPr>
            <a:lvl7pPr algn="l">
              <a:defRPr sz="1500" b="0">
                <a:solidFill>
                  <a:srgbClr val="000000"/>
                </a:solidFill>
                <a:latin typeface="Arial"/>
                <a:ea typeface="Arial"/>
                <a:cs typeface="Arial"/>
              </a:defRPr>
            </a:lvl7pPr>
            <a:lvl8pPr algn="l">
              <a:defRPr sz="1500" b="0">
                <a:solidFill>
                  <a:srgbClr val="000000"/>
                </a:solidFill>
                <a:latin typeface="Arial"/>
                <a:ea typeface="Arial"/>
                <a:cs typeface="Arial"/>
              </a:defRPr>
            </a:lvl8pPr>
            <a:lvl9pPr algn="l">
              <a:defRPr sz="1500" b="0">
                <a:solidFill>
                  <a:srgbClr val="000000"/>
                </a:solidFill>
                <a:latin typeface="Arial"/>
                <a:ea typeface="Arial"/>
                <a:cs typeface="Arial"/>
              </a:defRPr>
            </a:lvl9pPr>
          </a:lstStyle>
          <a:p xmlns:a="http://schemas.openxmlformats.org/drawingml/2006/main">
            <a:pPr algn="l">
              <a:defRPr sz="1500" b="0">
                <a:solidFill>
                  <a:srgbClr val="000000"/>
                </a:solidFill>
                <a:latin typeface="Arial"/>
                <a:ea typeface="Arial"/>
                <a:cs typeface="Arial"/>
              </a:defRPr>
            </a:pPr>
            <a:r>
              <a:rPr sz="1500" b="0">
                <a:solidFill>
                  <a:srgbClr val="000000"/>
                </a:solidFill>
                <a:latin typeface="Arial"/>
                <a:ea typeface="Arial"/>
                <a:cs typeface="Arial"/>
              </a:rPr>
              <a:t>11</a:t>
            </a:r>
          </a:p>
        </p:txBody>
      </p:sp>
    </p:spTree>
    <p:extLst>
      <p:ext uri="{BB962C8B-B14F-4D97-AF65-F5344CB8AC3E}">
        <p14:creationId xmlns:p14="http://schemas.microsoft.com/office/powerpoint/2010/main" val="82734000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B211D063-DD0F-4326-B775-7E4F09691AAC}"/>
              </a:ext>
            </a:extLst>
          </p:cNvPr>
          <p:cNvSpPr>
            <a:spLocks xmlns:a="http://schemas.openxmlformats.org/drawingml/2006/main" noGrp="1"/>
          </p:cNvSpPr>
          <p:nvPr/>
        </p:nvSpPr>
        <p:spPr>
          <a:xfrm xmlns:a="http://schemas.openxmlformats.org/drawingml/2006/main">
            <a:off x="723900" y="571500"/>
            <a:ext cx="107442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600" b="1">
                <a:solidFill>
                  <a:srgbClr val="000000"/>
                </a:solidFill>
                <a:latin typeface="Arial"/>
                <a:ea typeface="Arial"/>
                <a:cs typeface="Arial"/>
              </a:defRPr>
            </a:defPPr>
            <a:lvl1pPr algn="l">
              <a:defRPr sz="3600" b="1">
                <a:solidFill>
                  <a:srgbClr val="000000"/>
                </a:solidFill>
                <a:latin typeface="Arial"/>
                <a:ea typeface="Arial"/>
                <a:cs typeface="Arial"/>
              </a:defRPr>
            </a:lvl1pPr>
            <a:lvl2pPr algn="l">
              <a:defRPr sz="3600" b="1">
                <a:solidFill>
                  <a:srgbClr val="000000"/>
                </a:solidFill>
                <a:latin typeface="Arial"/>
                <a:ea typeface="Arial"/>
                <a:cs typeface="Arial"/>
              </a:defRPr>
            </a:lvl2pPr>
            <a:lvl3pPr algn="l">
              <a:defRPr sz="3600" b="1">
                <a:solidFill>
                  <a:srgbClr val="000000"/>
                </a:solidFill>
                <a:latin typeface="Arial"/>
                <a:ea typeface="Arial"/>
                <a:cs typeface="Arial"/>
              </a:defRPr>
            </a:lvl3pPr>
            <a:lvl4pPr algn="l">
              <a:defRPr sz="3600" b="1">
                <a:solidFill>
                  <a:srgbClr val="000000"/>
                </a:solidFill>
                <a:latin typeface="Arial"/>
                <a:ea typeface="Arial"/>
                <a:cs typeface="Arial"/>
              </a:defRPr>
            </a:lvl4pPr>
            <a:lvl5pPr algn="l">
              <a:defRPr sz="3600" b="1">
                <a:solidFill>
                  <a:srgbClr val="000000"/>
                </a:solidFill>
                <a:latin typeface="Arial"/>
                <a:ea typeface="Arial"/>
                <a:cs typeface="Arial"/>
              </a:defRPr>
            </a:lvl5pPr>
            <a:lvl6pPr algn="l">
              <a:defRPr sz="3600" b="1">
                <a:solidFill>
                  <a:srgbClr val="000000"/>
                </a:solidFill>
                <a:latin typeface="Arial"/>
                <a:ea typeface="Arial"/>
                <a:cs typeface="Arial"/>
              </a:defRPr>
            </a:lvl6pPr>
            <a:lvl7pPr algn="l">
              <a:defRPr sz="3600" b="1">
                <a:solidFill>
                  <a:srgbClr val="000000"/>
                </a:solidFill>
                <a:latin typeface="Arial"/>
                <a:ea typeface="Arial"/>
                <a:cs typeface="Arial"/>
              </a:defRPr>
            </a:lvl7pPr>
            <a:lvl8pPr algn="l">
              <a:defRPr sz="3600" b="1">
                <a:solidFill>
                  <a:srgbClr val="000000"/>
                </a:solidFill>
                <a:latin typeface="Arial"/>
                <a:ea typeface="Arial"/>
                <a:cs typeface="Arial"/>
              </a:defRPr>
            </a:lvl8pPr>
            <a:lvl9pPr algn="l">
              <a:defRPr sz="3600" b="1">
                <a:solidFill>
                  <a:srgbClr val="000000"/>
                </a:solidFill>
                <a:latin typeface="Arial"/>
                <a:ea typeface="Arial"/>
                <a:cs typeface="Arial"/>
              </a:defRPr>
            </a:lvl9pPr>
          </a:lstStyle>
          <a:p xmlns:a="http://schemas.openxmlformats.org/drawingml/2006/main">
            <a:pPr algn="l">
              <a:defRPr sz="3600" b="1">
                <a:solidFill>
                  <a:srgbClr val="000000"/>
                </a:solidFill>
                <a:latin typeface="Arial"/>
                <a:ea typeface="Arial"/>
                <a:cs typeface="Arial"/>
              </a:defRPr>
            </a:pPr>
            <a:r>
              <a:rPr sz="3600" b="1">
                <a:solidFill>
                  <a:srgbClr val="000000"/>
                </a:solidFill>
                <a:latin typeface="Arial"/>
                <a:ea typeface="Arial"/>
                <a:cs typeface="Arial"/>
              </a:rPr>
              <a:t>UX prototype</a:t>
            </a:r>
          </a:p>
        </p:txBody>
      </p:sp>
      <p:sp>
        <p:nvSpPr>
          <p:cNvPr id="2" name="point-1">
            <a:extLst xmlns:a="http://schemas.openxmlformats.org/drawingml/2006/main">
              <a:ext uri="{FF2B5EF4-FFF2-40B4-BE49-F238E27FC236}">
                <a16:creationId xmlns:a16="http://schemas.microsoft.com/office/drawing/2014/main" id="{AE10A829-F14F-4913-A651-C00EBDD70829}"/>
              </a:ext>
            </a:extLst>
          </p:cNvPr>
          <p:cNvSpPr>
            <a:spLocks xmlns:a="http://schemas.openxmlformats.org/drawingml/2006/main" noGrp="1"/>
          </p:cNvSpPr>
          <p:nvPr/>
        </p:nvSpPr>
        <p:spPr>
          <a:xfrm xmlns:a="http://schemas.openxmlformats.org/drawingml/2006/main">
            <a:off x="723900" y="1695450"/>
            <a:ext cx="107442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400" b="0">
                <a:solidFill>
                  <a:srgbClr val="000000"/>
                </a:solidFill>
                <a:latin typeface="Arial"/>
                <a:ea typeface="Arial"/>
                <a:cs typeface="Arial"/>
              </a:defRPr>
            </a:defPPr>
            <a:lvl1pPr algn="l">
              <a:defRPr sz="2400" b="0">
                <a:solidFill>
                  <a:srgbClr val="000000"/>
                </a:solidFill>
                <a:latin typeface="Arial"/>
                <a:ea typeface="Arial"/>
                <a:cs typeface="Arial"/>
              </a:defRPr>
            </a:lvl1pPr>
            <a:lvl2pPr algn="l">
              <a:defRPr sz="2400" b="0">
                <a:solidFill>
                  <a:srgbClr val="000000"/>
                </a:solidFill>
                <a:latin typeface="Arial"/>
                <a:ea typeface="Arial"/>
                <a:cs typeface="Arial"/>
              </a:defRPr>
            </a:lvl2pPr>
            <a:lvl3pPr algn="l">
              <a:defRPr sz="2400" b="0">
                <a:solidFill>
                  <a:srgbClr val="000000"/>
                </a:solidFill>
                <a:latin typeface="Arial"/>
                <a:ea typeface="Arial"/>
                <a:cs typeface="Arial"/>
              </a:defRPr>
            </a:lvl3pPr>
            <a:lvl4pPr algn="l">
              <a:defRPr sz="2400" b="0">
                <a:solidFill>
                  <a:srgbClr val="000000"/>
                </a:solidFill>
                <a:latin typeface="Arial"/>
                <a:ea typeface="Arial"/>
                <a:cs typeface="Arial"/>
              </a:defRPr>
            </a:lvl4pPr>
            <a:lvl5pPr algn="l">
              <a:defRPr sz="2400" b="0">
                <a:solidFill>
                  <a:srgbClr val="000000"/>
                </a:solidFill>
                <a:latin typeface="Arial"/>
                <a:ea typeface="Arial"/>
                <a:cs typeface="Arial"/>
              </a:defRPr>
            </a:lvl5pPr>
            <a:lvl6pPr algn="l">
              <a:defRPr sz="2400" b="0">
                <a:solidFill>
                  <a:srgbClr val="000000"/>
                </a:solidFill>
                <a:latin typeface="Arial"/>
                <a:ea typeface="Arial"/>
                <a:cs typeface="Arial"/>
              </a:defRPr>
            </a:lvl6pPr>
            <a:lvl7pPr algn="l">
              <a:defRPr sz="2400" b="0">
                <a:solidFill>
                  <a:srgbClr val="000000"/>
                </a:solidFill>
                <a:latin typeface="Arial"/>
                <a:ea typeface="Arial"/>
                <a:cs typeface="Arial"/>
              </a:defRPr>
            </a:lvl7pPr>
            <a:lvl8pPr algn="l">
              <a:defRPr sz="2400" b="0">
                <a:solidFill>
                  <a:srgbClr val="000000"/>
                </a:solidFill>
                <a:latin typeface="Arial"/>
                <a:ea typeface="Arial"/>
                <a:cs typeface="Arial"/>
              </a:defRPr>
            </a:lvl8pPr>
            <a:lvl9pPr algn="l">
              <a:defRPr sz="2400" b="0">
                <a:solidFill>
                  <a:srgbClr val="000000"/>
                </a:solidFill>
                <a:latin typeface="Arial"/>
                <a:ea typeface="Arial"/>
                <a:cs typeface="Arial"/>
              </a:defRPr>
            </a:lvl9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The clickable prototype illustrates company evidence, upload, reports, citations and reviews.</a:t>
            </a:r>
          </a:p>
        </p:txBody>
      </p:sp>
      <p:sp>
        <p:nvSpPr>
          <p:cNvPr id="3" name="point-2">
            <a:extLst xmlns:a="http://schemas.openxmlformats.org/drawingml/2006/main">
              <a:ext uri="{FF2B5EF4-FFF2-40B4-BE49-F238E27FC236}">
                <a16:creationId xmlns:a16="http://schemas.microsoft.com/office/drawing/2014/main" id="{289E674A-FB0D-442F-9653-4A85DEC487FE}"/>
              </a:ext>
            </a:extLst>
          </p:cNvPr>
          <p:cNvSpPr>
            <a:spLocks xmlns:a="http://schemas.openxmlformats.org/drawingml/2006/main" noGrp="1"/>
          </p:cNvSpPr>
          <p:nvPr/>
        </p:nvSpPr>
        <p:spPr>
          <a:xfrm xmlns:a="http://schemas.openxmlformats.org/drawingml/2006/main">
            <a:off x="723900" y="2676525"/>
            <a:ext cx="107442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400" b="0">
                <a:solidFill>
                  <a:srgbClr val="000000"/>
                </a:solidFill>
                <a:latin typeface="Arial"/>
                <a:ea typeface="Arial"/>
                <a:cs typeface="Arial"/>
              </a:defRPr>
            </a:defPPr>
            <a:lvl1pPr algn="l">
              <a:defRPr sz="2400" b="0">
                <a:solidFill>
                  <a:srgbClr val="000000"/>
                </a:solidFill>
                <a:latin typeface="Arial"/>
                <a:ea typeface="Arial"/>
                <a:cs typeface="Arial"/>
              </a:defRPr>
            </a:lvl1pPr>
            <a:lvl2pPr algn="l">
              <a:defRPr sz="2400" b="0">
                <a:solidFill>
                  <a:srgbClr val="000000"/>
                </a:solidFill>
                <a:latin typeface="Arial"/>
                <a:ea typeface="Arial"/>
                <a:cs typeface="Arial"/>
              </a:defRPr>
            </a:lvl2pPr>
            <a:lvl3pPr algn="l">
              <a:defRPr sz="2400" b="0">
                <a:solidFill>
                  <a:srgbClr val="000000"/>
                </a:solidFill>
                <a:latin typeface="Arial"/>
                <a:ea typeface="Arial"/>
                <a:cs typeface="Arial"/>
              </a:defRPr>
            </a:lvl3pPr>
            <a:lvl4pPr algn="l">
              <a:defRPr sz="2400" b="0">
                <a:solidFill>
                  <a:srgbClr val="000000"/>
                </a:solidFill>
                <a:latin typeface="Arial"/>
                <a:ea typeface="Arial"/>
                <a:cs typeface="Arial"/>
              </a:defRPr>
            </a:lvl4pPr>
            <a:lvl5pPr algn="l">
              <a:defRPr sz="2400" b="0">
                <a:solidFill>
                  <a:srgbClr val="000000"/>
                </a:solidFill>
                <a:latin typeface="Arial"/>
                <a:ea typeface="Arial"/>
                <a:cs typeface="Arial"/>
              </a:defRPr>
            </a:lvl5pPr>
            <a:lvl6pPr algn="l">
              <a:defRPr sz="2400" b="0">
                <a:solidFill>
                  <a:srgbClr val="000000"/>
                </a:solidFill>
                <a:latin typeface="Arial"/>
                <a:ea typeface="Arial"/>
                <a:cs typeface="Arial"/>
              </a:defRPr>
            </a:lvl6pPr>
            <a:lvl7pPr algn="l">
              <a:defRPr sz="2400" b="0">
                <a:solidFill>
                  <a:srgbClr val="000000"/>
                </a:solidFill>
                <a:latin typeface="Arial"/>
                <a:ea typeface="Arial"/>
                <a:cs typeface="Arial"/>
              </a:defRPr>
            </a:lvl7pPr>
            <a:lvl8pPr algn="l">
              <a:defRPr sz="2400" b="0">
                <a:solidFill>
                  <a:srgbClr val="000000"/>
                </a:solidFill>
                <a:latin typeface="Arial"/>
                <a:ea typeface="Arial"/>
                <a:cs typeface="Arial"/>
              </a:defRPr>
            </a:lvl8pPr>
            <a:lvl9pPr algn="l">
              <a:defRPr sz="2400" b="0">
                <a:solidFill>
                  <a:srgbClr val="000000"/>
                </a:solidFill>
                <a:latin typeface="Arial"/>
                <a:ea typeface="Arial"/>
                <a:cs typeface="Arial"/>
              </a:defRPr>
            </a:lvl9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It also illustrates revised runs, questions, blocked routes and model unavailability.</a:t>
            </a:r>
          </a:p>
        </p:txBody>
      </p:sp>
      <p:sp>
        <p:nvSpPr>
          <p:cNvPr id="4" name="point-3">
            <a:extLst xmlns:a="http://schemas.openxmlformats.org/drawingml/2006/main">
              <a:ext uri="{FF2B5EF4-FFF2-40B4-BE49-F238E27FC236}">
                <a16:creationId xmlns:a16="http://schemas.microsoft.com/office/drawing/2014/main" id="{5024C9CE-B5AE-45DE-B1C4-874C0B94931C}"/>
              </a:ext>
            </a:extLst>
          </p:cNvPr>
          <p:cNvSpPr>
            <a:spLocks xmlns:a="http://schemas.openxmlformats.org/drawingml/2006/main" noGrp="1"/>
          </p:cNvSpPr>
          <p:nvPr/>
        </p:nvSpPr>
        <p:spPr>
          <a:xfrm xmlns:a="http://schemas.openxmlformats.org/drawingml/2006/main">
            <a:off x="723900" y="3657600"/>
            <a:ext cx="107442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400" b="0">
                <a:solidFill>
                  <a:srgbClr val="000000"/>
                </a:solidFill>
                <a:latin typeface="Arial"/>
                <a:ea typeface="Arial"/>
                <a:cs typeface="Arial"/>
              </a:defRPr>
            </a:defPPr>
            <a:lvl1pPr algn="l">
              <a:defRPr sz="2400" b="0">
                <a:solidFill>
                  <a:srgbClr val="000000"/>
                </a:solidFill>
                <a:latin typeface="Arial"/>
                <a:ea typeface="Arial"/>
                <a:cs typeface="Arial"/>
              </a:defRPr>
            </a:lvl1pPr>
            <a:lvl2pPr algn="l">
              <a:defRPr sz="2400" b="0">
                <a:solidFill>
                  <a:srgbClr val="000000"/>
                </a:solidFill>
                <a:latin typeface="Arial"/>
                <a:ea typeface="Arial"/>
                <a:cs typeface="Arial"/>
              </a:defRPr>
            </a:lvl2pPr>
            <a:lvl3pPr algn="l">
              <a:defRPr sz="2400" b="0">
                <a:solidFill>
                  <a:srgbClr val="000000"/>
                </a:solidFill>
                <a:latin typeface="Arial"/>
                <a:ea typeface="Arial"/>
                <a:cs typeface="Arial"/>
              </a:defRPr>
            </a:lvl3pPr>
            <a:lvl4pPr algn="l">
              <a:defRPr sz="2400" b="0">
                <a:solidFill>
                  <a:srgbClr val="000000"/>
                </a:solidFill>
                <a:latin typeface="Arial"/>
                <a:ea typeface="Arial"/>
                <a:cs typeface="Arial"/>
              </a:defRPr>
            </a:lvl4pPr>
            <a:lvl5pPr algn="l">
              <a:defRPr sz="2400" b="0">
                <a:solidFill>
                  <a:srgbClr val="000000"/>
                </a:solidFill>
                <a:latin typeface="Arial"/>
                <a:ea typeface="Arial"/>
                <a:cs typeface="Arial"/>
              </a:defRPr>
            </a:lvl5pPr>
            <a:lvl6pPr algn="l">
              <a:defRPr sz="2400" b="0">
                <a:solidFill>
                  <a:srgbClr val="000000"/>
                </a:solidFill>
                <a:latin typeface="Arial"/>
                <a:ea typeface="Arial"/>
                <a:cs typeface="Arial"/>
              </a:defRPr>
            </a:lvl6pPr>
            <a:lvl7pPr algn="l">
              <a:defRPr sz="2400" b="0">
                <a:solidFill>
                  <a:srgbClr val="000000"/>
                </a:solidFill>
                <a:latin typeface="Arial"/>
                <a:ea typeface="Arial"/>
                <a:cs typeface="Arial"/>
              </a:defRPr>
            </a:lvl7pPr>
            <a:lvl8pPr algn="l">
              <a:defRPr sz="2400" b="0">
                <a:solidFill>
                  <a:srgbClr val="000000"/>
                </a:solidFill>
                <a:latin typeface="Arial"/>
                <a:ea typeface="Arial"/>
                <a:cs typeface="Arial"/>
              </a:defRPr>
            </a:lvl8pPr>
            <a:lvl9pPr algn="l">
              <a:defRPr sz="2400" b="0">
                <a:solidFill>
                  <a:srgbClr val="000000"/>
                </a:solidFill>
                <a:latin typeface="Arial"/>
                <a:ea typeface="Arial"/>
                <a:cs typeface="Arial"/>
              </a:defRPr>
            </a:lvl9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All records and results are synthetic. No backend, authentication or model is connected.</a:t>
            </a:r>
          </a:p>
        </p:txBody>
      </p:sp>
      <p:sp>
        <p:nvSpPr>
          <p:cNvPr id="5" name="point-4">
            <a:extLst xmlns:a="http://schemas.openxmlformats.org/drawingml/2006/main">
              <a:ext uri="{FF2B5EF4-FFF2-40B4-BE49-F238E27FC236}">
                <a16:creationId xmlns:a16="http://schemas.microsoft.com/office/drawing/2014/main" id="{ED67E956-DD30-4382-9CFE-74BF3E26BCEE}"/>
              </a:ext>
            </a:extLst>
          </p:cNvPr>
          <p:cNvSpPr>
            <a:spLocks xmlns:a="http://schemas.openxmlformats.org/drawingml/2006/main" noGrp="1"/>
          </p:cNvSpPr>
          <p:nvPr/>
        </p:nvSpPr>
        <p:spPr>
          <a:xfrm xmlns:a="http://schemas.openxmlformats.org/drawingml/2006/main">
            <a:off x="723900" y="4638675"/>
            <a:ext cx="107442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400" b="0">
                <a:solidFill>
                  <a:srgbClr val="000000"/>
                </a:solidFill>
                <a:latin typeface="Arial"/>
                <a:ea typeface="Arial"/>
                <a:cs typeface="Arial"/>
              </a:defRPr>
            </a:defPPr>
            <a:lvl1pPr algn="l">
              <a:defRPr sz="2400" b="0">
                <a:solidFill>
                  <a:srgbClr val="000000"/>
                </a:solidFill>
                <a:latin typeface="Arial"/>
                <a:ea typeface="Arial"/>
                <a:cs typeface="Arial"/>
              </a:defRPr>
            </a:lvl1pPr>
            <a:lvl2pPr algn="l">
              <a:defRPr sz="2400" b="0">
                <a:solidFill>
                  <a:srgbClr val="000000"/>
                </a:solidFill>
                <a:latin typeface="Arial"/>
                <a:ea typeface="Arial"/>
                <a:cs typeface="Arial"/>
              </a:defRPr>
            </a:lvl2pPr>
            <a:lvl3pPr algn="l">
              <a:defRPr sz="2400" b="0">
                <a:solidFill>
                  <a:srgbClr val="000000"/>
                </a:solidFill>
                <a:latin typeface="Arial"/>
                <a:ea typeface="Arial"/>
                <a:cs typeface="Arial"/>
              </a:defRPr>
            </a:lvl3pPr>
            <a:lvl4pPr algn="l">
              <a:defRPr sz="2400" b="0">
                <a:solidFill>
                  <a:srgbClr val="000000"/>
                </a:solidFill>
                <a:latin typeface="Arial"/>
                <a:ea typeface="Arial"/>
                <a:cs typeface="Arial"/>
              </a:defRPr>
            </a:lvl4pPr>
            <a:lvl5pPr algn="l">
              <a:defRPr sz="2400" b="0">
                <a:solidFill>
                  <a:srgbClr val="000000"/>
                </a:solidFill>
                <a:latin typeface="Arial"/>
                <a:ea typeface="Arial"/>
                <a:cs typeface="Arial"/>
              </a:defRPr>
            </a:lvl5pPr>
            <a:lvl6pPr algn="l">
              <a:defRPr sz="2400" b="0">
                <a:solidFill>
                  <a:srgbClr val="000000"/>
                </a:solidFill>
                <a:latin typeface="Arial"/>
                <a:ea typeface="Arial"/>
                <a:cs typeface="Arial"/>
              </a:defRPr>
            </a:lvl6pPr>
            <a:lvl7pPr algn="l">
              <a:defRPr sz="2400" b="0">
                <a:solidFill>
                  <a:srgbClr val="000000"/>
                </a:solidFill>
                <a:latin typeface="Arial"/>
                <a:ea typeface="Arial"/>
                <a:cs typeface="Arial"/>
              </a:defRPr>
            </a:lvl7pPr>
            <a:lvl8pPr algn="l">
              <a:defRPr sz="2400" b="0">
                <a:solidFill>
                  <a:srgbClr val="000000"/>
                </a:solidFill>
                <a:latin typeface="Arial"/>
                <a:ea typeface="Arial"/>
                <a:cs typeface="Arial"/>
              </a:defRPr>
            </a:lvl8pPr>
            <a:lvl9pPr algn="l">
              <a:defRPr sz="2400" b="0">
                <a:solidFill>
                  <a:srgbClr val="000000"/>
                </a:solidFill>
                <a:latin typeface="Arial"/>
                <a:ea typeface="Arial"/>
                <a:cs typeface="Arial"/>
              </a:defRPr>
            </a:lvl9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Walkthrough feedback and scope alignment remain open.</a:t>
            </a:r>
          </a:p>
        </p:txBody>
      </p:sp>
      <p:sp>
        <p:nvSpPr>
          <p:cNvPr id="6" name="page">
            <a:extLst xmlns:a="http://schemas.openxmlformats.org/drawingml/2006/main">
              <a:ext uri="{FF2B5EF4-FFF2-40B4-BE49-F238E27FC236}">
                <a16:creationId xmlns:a16="http://schemas.microsoft.com/office/drawing/2014/main" id="{CA5F6926-8042-4C55-9DB4-E979CD29F063}"/>
              </a:ext>
            </a:extLst>
          </p:cNvPr>
          <p:cNvSpPr>
            <a:spLocks xmlns:a="http://schemas.openxmlformats.org/drawingml/2006/main" noGrp="1"/>
          </p:cNvSpPr>
          <p:nvPr/>
        </p:nvSpPr>
        <p:spPr>
          <a:xfrm xmlns:a="http://schemas.openxmlformats.org/drawingml/2006/main">
            <a:off x="11144250" y="62388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0">
                <a:solidFill>
                  <a:srgbClr val="000000"/>
                </a:solidFill>
                <a:latin typeface="Arial"/>
                <a:ea typeface="Arial"/>
                <a:cs typeface="Arial"/>
              </a:defRPr>
            </a:defPPr>
            <a:lvl1pPr algn="l">
              <a:defRPr sz="1500" b="0">
                <a:solidFill>
                  <a:srgbClr val="000000"/>
                </a:solidFill>
                <a:latin typeface="Arial"/>
                <a:ea typeface="Arial"/>
                <a:cs typeface="Arial"/>
              </a:defRPr>
            </a:lvl1pPr>
            <a:lvl2pPr algn="l">
              <a:defRPr sz="1500" b="0">
                <a:solidFill>
                  <a:srgbClr val="000000"/>
                </a:solidFill>
                <a:latin typeface="Arial"/>
                <a:ea typeface="Arial"/>
                <a:cs typeface="Arial"/>
              </a:defRPr>
            </a:lvl2pPr>
            <a:lvl3pPr algn="l">
              <a:defRPr sz="1500" b="0">
                <a:solidFill>
                  <a:srgbClr val="000000"/>
                </a:solidFill>
                <a:latin typeface="Arial"/>
                <a:ea typeface="Arial"/>
                <a:cs typeface="Arial"/>
              </a:defRPr>
            </a:lvl3pPr>
            <a:lvl4pPr algn="l">
              <a:defRPr sz="1500" b="0">
                <a:solidFill>
                  <a:srgbClr val="000000"/>
                </a:solidFill>
                <a:latin typeface="Arial"/>
                <a:ea typeface="Arial"/>
                <a:cs typeface="Arial"/>
              </a:defRPr>
            </a:lvl4pPr>
            <a:lvl5pPr algn="l">
              <a:defRPr sz="1500" b="0">
                <a:solidFill>
                  <a:srgbClr val="000000"/>
                </a:solidFill>
                <a:latin typeface="Arial"/>
                <a:ea typeface="Arial"/>
                <a:cs typeface="Arial"/>
              </a:defRPr>
            </a:lvl5pPr>
            <a:lvl6pPr algn="l">
              <a:defRPr sz="1500" b="0">
                <a:solidFill>
                  <a:srgbClr val="000000"/>
                </a:solidFill>
                <a:latin typeface="Arial"/>
                <a:ea typeface="Arial"/>
                <a:cs typeface="Arial"/>
              </a:defRPr>
            </a:lvl6pPr>
            <a:lvl7pPr algn="l">
              <a:defRPr sz="1500" b="0">
                <a:solidFill>
                  <a:srgbClr val="000000"/>
                </a:solidFill>
                <a:latin typeface="Arial"/>
                <a:ea typeface="Arial"/>
                <a:cs typeface="Arial"/>
              </a:defRPr>
            </a:lvl7pPr>
            <a:lvl8pPr algn="l">
              <a:defRPr sz="1500" b="0">
                <a:solidFill>
                  <a:srgbClr val="000000"/>
                </a:solidFill>
                <a:latin typeface="Arial"/>
                <a:ea typeface="Arial"/>
                <a:cs typeface="Arial"/>
              </a:defRPr>
            </a:lvl8pPr>
            <a:lvl9pPr algn="l">
              <a:defRPr sz="1500" b="0">
                <a:solidFill>
                  <a:srgbClr val="000000"/>
                </a:solidFill>
                <a:latin typeface="Arial"/>
                <a:ea typeface="Arial"/>
                <a:cs typeface="Arial"/>
              </a:defRPr>
            </a:lvl9pPr>
          </a:lstStyle>
          <a:p xmlns:a="http://schemas.openxmlformats.org/drawingml/2006/main">
            <a:pPr algn="l">
              <a:defRPr sz="1500" b="0">
                <a:solidFill>
                  <a:srgbClr val="000000"/>
                </a:solidFill>
                <a:latin typeface="Arial"/>
                <a:ea typeface="Arial"/>
                <a:cs typeface="Arial"/>
              </a:defRPr>
            </a:pPr>
            <a:r>
              <a:rPr sz="1500" b="0">
                <a:solidFill>
                  <a:srgbClr val="000000"/>
                </a:solidFill>
                <a:latin typeface="Arial"/>
                <a:ea typeface="Arial"/>
                <a:cs typeface="Arial"/>
              </a:rPr>
              <a:t>12</a:t>
            </a:r>
          </a:p>
        </p:txBody>
      </p:sp>
    </p:spTree>
    <p:extLst>
      <p:ext uri="{BB962C8B-B14F-4D97-AF65-F5344CB8AC3E}">
        <p14:creationId xmlns:p14="http://schemas.microsoft.com/office/powerpoint/2010/main" val="78284242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C37E16B2-5A81-44D7-9B3A-B44F339D8C46}"/>
              </a:ext>
            </a:extLst>
          </p:cNvPr>
          <p:cNvSpPr>
            <a:spLocks xmlns:a="http://schemas.openxmlformats.org/drawingml/2006/main" noGrp="1"/>
          </p:cNvSpPr>
          <p:nvPr/>
        </p:nvSpPr>
        <p:spPr>
          <a:xfrm xmlns:a="http://schemas.openxmlformats.org/drawingml/2006/main">
            <a:off x="723900" y="571500"/>
            <a:ext cx="107442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600" b="1">
                <a:solidFill>
                  <a:srgbClr val="000000"/>
                </a:solidFill>
                <a:latin typeface="Arial"/>
                <a:ea typeface="Arial"/>
                <a:cs typeface="Arial"/>
              </a:defRPr>
            </a:defPPr>
            <a:lvl1pPr algn="l">
              <a:defRPr sz="3600" b="1">
                <a:solidFill>
                  <a:srgbClr val="000000"/>
                </a:solidFill>
                <a:latin typeface="Arial"/>
                <a:ea typeface="Arial"/>
                <a:cs typeface="Arial"/>
              </a:defRPr>
            </a:lvl1pPr>
            <a:lvl2pPr algn="l">
              <a:defRPr sz="3600" b="1">
                <a:solidFill>
                  <a:srgbClr val="000000"/>
                </a:solidFill>
                <a:latin typeface="Arial"/>
                <a:ea typeface="Arial"/>
                <a:cs typeface="Arial"/>
              </a:defRPr>
            </a:lvl2pPr>
            <a:lvl3pPr algn="l">
              <a:defRPr sz="3600" b="1">
                <a:solidFill>
                  <a:srgbClr val="000000"/>
                </a:solidFill>
                <a:latin typeface="Arial"/>
                <a:ea typeface="Arial"/>
                <a:cs typeface="Arial"/>
              </a:defRPr>
            </a:lvl3pPr>
            <a:lvl4pPr algn="l">
              <a:defRPr sz="3600" b="1">
                <a:solidFill>
                  <a:srgbClr val="000000"/>
                </a:solidFill>
                <a:latin typeface="Arial"/>
                <a:ea typeface="Arial"/>
                <a:cs typeface="Arial"/>
              </a:defRPr>
            </a:lvl4pPr>
            <a:lvl5pPr algn="l">
              <a:defRPr sz="3600" b="1">
                <a:solidFill>
                  <a:srgbClr val="000000"/>
                </a:solidFill>
                <a:latin typeface="Arial"/>
                <a:ea typeface="Arial"/>
                <a:cs typeface="Arial"/>
              </a:defRPr>
            </a:lvl5pPr>
            <a:lvl6pPr algn="l">
              <a:defRPr sz="3600" b="1">
                <a:solidFill>
                  <a:srgbClr val="000000"/>
                </a:solidFill>
                <a:latin typeface="Arial"/>
                <a:ea typeface="Arial"/>
                <a:cs typeface="Arial"/>
              </a:defRPr>
            </a:lvl6pPr>
            <a:lvl7pPr algn="l">
              <a:defRPr sz="3600" b="1">
                <a:solidFill>
                  <a:srgbClr val="000000"/>
                </a:solidFill>
                <a:latin typeface="Arial"/>
                <a:ea typeface="Arial"/>
                <a:cs typeface="Arial"/>
              </a:defRPr>
            </a:lvl7pPr>
            <a:lvl8pPr algn="l">
              <a:defRPr sz="3600" b="1">
                <a:solidFill>
                  <a:srgbClr val="000000"/>
                </a:solidFill>
                <a:latin typeface="Arial"/>
                <a:ea typeface="Arial"/>
                <a:cs typeface="Arial"/>
              </a:defRPr>
            </a:lvl8pPr>
            <a:lvl9pPr algn="l">
              <a:defRPr sz="3600" b="1">
                <a:solidFill>
                  <a:srgbClr val="000000"/>
                </a:solidFill>
                <a:latin typeface="Arial"/>
                <a:ea typeface="Arial"/>
                <a:cs typeface="Arial"/>
              </a:defRPr>
            </a:lvl9pPr>
          </a:lstStyle>
          <a:p xmlns:a="http://schemas.openxmlformats.org/drawingml/2006/main">
            <a:pPr algn="l">
              <a:defRPr sz="3600" b="1">
                <a:solidFill>
                  <a:srgbClr val="000000"/>
                </a:solidFill>
                <a:latin typeface="Arial"/>
                <a:ea typeface="Arial"/>
                <a:cs typeface="Arial"/>
              </a:defRPr>
            </a:pPr>
            <a:r>
              <a:rPr sz="3600" b="1">
                <a:solidFill>
                  <a:srgbClr val="000000"/>
                </a:solidFill>
                <a:latin typeface="Arial"/>
                <a:ea typeface="Arial"/>
                <a:cs typeface="Arial"/>
              </a:rPr>
              <a:t>Evaluation design</a:t>
            </a:r>
          </a:p>
        </p:txBody>
      </p:sp>
      <p:sp>
        <p:nvSpPr>
          <p:cNvPr id="2" name="point-1">
            <a:extLst xmlns:a="http://schemas.openxmlformats.org/drawingml/2006/main">
              <a:ext uri="{FF2B5EF4-FFF2-40B4-BE49-F238E27FC236}">
                <a16:creationId xmlns:a16="http://schemas.microsoft.com/office/drawing/2014/main" id="{F3C1A8D0-4D49-4642-852C-9936E0EC0AD4}"/>
              </a:ext>
            </a:extLst>
          </p:cNvPr>
          <p:cNvSpPr>
            <a:spLocks xmlns:a="http://schemas.openxmlformats.org/drawingml/2006/main" noGrp="1"/>
          </p:cNvSpPr>
          <p:nvPr/>
        </p:nvSpPr>
        <p:spPr>
          <a:xfrm xmlns:a="http://schemas.openxmlformats.org/drawingml/2006/main">
            <a:off x="723900" y="1695450"/>
            <a:ext cx="107442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400" b="0">
                <a:solidFill>
                  <a:srgbClr val="000000"/>
                </a:solidFill>
                <a:latin typeface="Arial"/>
                <a:ea typeface="Arial"/>
                <a:cs typeface="Arial"/>
              </a:defRPr>
            </a:defPPr>
            <a:lvl1pPr algn="l">
              <a:defRPr sz="2400" b="0">
                <a:solidFill>
                  <a:srgbClr val="000000"/>
                </a:solidFill>
                <a:latin typeface="Arial"/>
                <a:ea typeface="Arial"/>
                <a:cs typeface="Arial"/>
              </a:defRPr>
            </a:lvl1pPr>
            <a:lvl2pPr algn="l">
              <a:defRPr sz="2400" b="0">
                <a:solidFill>
                  <a:srgbClr val="000000"/>
                </a:solidFill>
                <a:latin typeface="Arial"/>
                <a:ea typeface="Arial"/>
                <a:cs typeface="Arial"/>
              </a:defRPr>
            </a:lvl2pPr>
            <a:lvl3pPr algn="l">
              <a:defRPr sz="2400" b="0">
                <a:solidFill>
                  <a:srgbClr val="000000"/>
                </a:solidFill>
                <a:latin typeface="Arial"/>
                <a:ea typeface="Arial"/>
                <a:cs typeface="Arial"/>
              </a:defRPr>
            </a:lvl3pPr>
            <a:lvl4pPr algn="l">
              <a:defRPr sz="2400" b="0">
                <a:solidFill>
                  <a:srgbClr val="000000"/>
                </a:solidFill>
                <a:latin typeface="Arial"/>
                <a:ea typeface="Arial"/>
                <a:cs typeface="Arial"/>
              </a:defRPr>
            </a:lvl4pPr>
            <a:lvl5pPr algn="l">
              <a:defRPr sz="2400" b="0">
                <a:solidFill>
                  <a:srgbClr val="000000"/>
                </a:solidFill>
                <a:latin typeface="Arial"/>
                <a:ea typeface="Arial"/>
                <a:cs typeface="Arial"/>
              </a:defRPr>
            </a:lvl5pPr>
            <a:lvl6pPr algn="l">
              <a:defRPr sz="2400" b="0">
                <a:solidFill>
                  <a:srgbClr val="000000"/>
                </a:solidFill>
                <a:latin typeface="Arial"/>
                <a:ea typeface="Arial"/>
                <a:cs typeface="Arial"/>
              </a:defRPr>
            </a:lvl6pPr>
            <a:lvl7pPr algn="l">
              <a:defRPr sz="2400" b="0">
                <a:solidFill>
                  <a:srgbClr val="000000"/>
                </a:solidFill>
                <a:latin typeface="Arial"/>
                <a:ea typeface="Arial"/>
                <a:cs typeface="Arial"/>
              </a:defRPr>
            </a:lvl7pPr>
            <a:lvl8pPr algn="l">
              <a:defRPr sz="2400" b="0">
                <a:solidFill>
                  <a:srgbClr val="000000"/>
                </a:solidFill>
                <a:latin typeface="Arial"/>
                <a:ea typeface="Arial"/>
                <a:cs typeface="Arial"/>
              </a:defRPr>
            </a:lvl8pPr>
            <a:lvl9pPr algn="l">
              <a:defRPr sz="2400" b="0">
                <a:solidFill>
                  <a:srgbClr val="000000"/>
                </a:solidFill>
                <a:latin typeface="Arial"/>
                <a:ea typeface="Arial"/>
                <a:cs typeface="Arial"/>
              </a:defRPr>
            </a:lvl9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B0 is lexical retrieval only. B1 uses one generation call. B2 uses typed stages.</a:t>
            </a:r>
          </a:p>
        </p:txBody>
      </p:sp>
      <p:sp>
        <p:nvSpPr>
          <p:cNvPr id="3" name="point-2">
            <a:extLst xmlns:a="http://schemas.openxmlformats.org/drawingml/2006/main">
              <a:ext uri="{FF2B5EF4-FFF2-40B4-BE49-F238E27FC236}">
                <a16:creationId xmlns:a16="http://schemas.microsoft.com/office/drawing/2014/main" id="{D29850E8-09CD-4EF1-9E16-09496169FF66}"/>
              </a:ext>
            </a:extLst>
          </p:cNvPr>
          <p:cNvSpPr>
            <a:spLocks xmlns:a="http://schemas.openxmlformats.org/drawingml/2006/main" noGrp="1"/>
          </p:cNvSpPr>
          <p:nvPr/>
        </p:nvSpPr>
        <p:spPr>
          <a:xfrm xmlns:a="http://schemas.openxmlformats.org/drawingml/2006/main">
            <a:off x="723900" y="2676525"/>
            <a:ext cx="107442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400" b="0">
                <a:solidFill>
                  <a:srgbClr val="000000"/>
                </a:solidFill>
                <a:latin typeface="Arial"/>
                <a:ea typeface="Arial"/>
                <a:cs typeface="Arial"/>
              </a:defRPr>
            </a:defPPr>
            <a:lvl1pPr algn="l">
              <a:defRPr sz="2400" b="0">
                <a:solidFill>
                  <a:srgbClr val="000000"/>
                </a:solidFill>
                <a:latin typeface="Arial"/>
                <a:ea typeface="Arial"/>
                <a:cs typeface="Arial"/>
              </a:defRPr>
            </a:lvl1pPr>
            <a:lvl2pPr algn="l">
              <a:defRPr sz="2400" b="0">
                <a:solidFill>
                  <a:srgbClr val="000000"/>
                </a:solidFill>
                <a:latin typeface="Arial"/>
                <a:ea typeface="Arial"/>
                <a:cs typeface="Arial"/>
              </a:defRPr>
            </a:lvl2pPr>
            <a:lvl3pPr algn="l">
              <a:defRPr sz="2400" b="0">
                <a:solidFill>
                  <a:srgbClr val="000000"/>
                </a:solidFill>
                <a:latin typeface="Arial"/>
                <a:ea typeface="Arial"/>
                <a:cs typeface="Arial"/>
              </a:defRPr>
            </a:lvl3pPr>
            <a:lvl4pPr algn="l">
              <a:defRPr sz="2400" b="0">
                <a:solidFill>
                  <a:srgbClr val="000000"/>
                </a:solidFill>
                <a:latin typeface="Arial"/>
                <a:ea typeface="Arial"/>
                <a:cs typeface="Arial"/>
              </a:defRPr>
            </a:lvl4pPr>
            <a:lvl5pPr algn="l">
              <a:defRPr sz="2400" b="0">
                <a:solidFill>
                  <a:srgbClr val="000000"/>
                </a:solidFill>
                <a:latin typeface="Arial"/>
                <a:ea typeface="Arial"/>
                <a:cs typeface="Arial"/>
              </a:defRPr>
            </a:lvl5pPr>
            <a:lvl6pPr algn="l">
              <a:defRPr sz="2400" b="0">
                <a:solidFill>
                  <a:srgbClr val="000000"/>
                </a:solidFill>
                <a:latin typeface="Arial"/>
                <a:ea typeface="Arial"/>
                <a:cs typeface="Arial"/>
              </a:defRPr>
            </a:lvl6pPr>
            <a:lvl7pPr algn="l">
              <a:defRPr sz="2400" b="0">
                <a:solidFill>
                  <a:srgbClr val="000000"/>
                </a:solidFill>
                <a:latin typeface="Arial"/>
                <a:ea typeface="Arial"/>
                <a:cs typeface="Arial"/>
              </a:defRPr>
            </a:lvl7pPr>
            <a:lvl8pPr algn="l">
              <a:defRPr sz="2400" b="0">
                <a:solidFill>
                  <a:srgbClr val="000000"/>
                </a:solidFill>
                <a:latin typeface="Arial"/>
                <a:ea typeface="Arial"/>
                <a:cs typeface="Arial"/>
              </a:defRPr>
            </a:lvl8pPr>
            <a:lvl9pPr algn="l">
              <a:defRPr sz="2400" b="0">
                <a:solidFill>
                  <a:srgbClr val="000000"/>
                </a:solidFill>
                <a:latin typeface="Arial"/>
                <a:ea typeface="Arial"/>
                <a:cs typeface="Arial"/>
              </a:defRPr>
            </a:lvl9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B1 and B2 share original evidence, generator and validation rules.</a:t>
            </a:r>
          </a:p>
        </p:txBody>
      </p:sp>
      <p:sp>
        <p:nvSpPr>
          <p:cNvPr id="4" name="point-3">
            <a:extLst xmlns:a="http://schemas.openxmlformats.org/drawingml/2006/main">
              <a:ext uri="{FF2B5EF4-FFF2-40B4-BE49-F238E27FC236}">
                <a16:creationId xmlns:a16="http://schemas.microsoft.com/office/drawing/2014/main" id="{7AF64B92-C0F8-4FA5-BD65-19934C7075A4}"/>
              </a:ext>
            </a:extLst>
          </p:cNvPr>
          <p:cNvSpPr>
            <a:spLocks xmlns:a="http://schemas.openxmlformats.org/drawingml/2006/main" noGrp="1"/>
          </p:cNvSpPr>
          <p:nvPr/>
        </p:nvSpPr>
        <p:spPr>
          <a:xfrm xmlns:a="http://schemas.openxmlformats.org/drawingml/2006/main">
            <a:off x="723900" y="3657600"/>
            <a:ext cx="107442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400" b="0">
                <a:solidFill>
                  <a:srgbClr val="000000"/>
                </a:solidFill>
                <a:latin typeface="Arial"/>
                <a:ea typeface="Arial"/>
                <a:cs typeface="Arial"/>
              </a:defRPr>
            </a:defPPr>
            <a:lvl1pPr algn="l">
              <a:defRPr sz="2400" b="0">
                <a:solidFill>
                  <a:srgbClr val="000000"/>
                </a:solidFill>
                <a:latin typeface="Arial"/>
                <a:ea typeface="Arial"/>
                <a:cs typeface="Arial"/>
              </a:defRPr>
            </a:lvl1pPr>
            <a:lvl2pPr algn="l">
              <a:defRPr sz="2400" b="0">
                <a:solidFill>
                  <a:srgbClr val="000000"/>
                </a:solidFill>
                <a:latin typeface="Arial"/>
                <a:ea typeface="Arial"/>
                <a:cs typeface="Arial"/>
              </a:defRPr>
            </a:lvl2pPr>
            <a:lvl3pPr algn="l">
              <a:defRPr sz="2400" b="0">
                <a:solidFill>
                  <a:srgbClr val="000000"/>
                </a:solidFill>
                <a:latin typeface="Arial"/>
                <a:ea typeface="Arial"/>
                <a:cs typeface="Arial"/>
              </a:defRPr>
            </a:lvl3pPr>
            <a:lvl4pPr algn="l">
              <a:defRPr sz="2400" b="0">
                <a:solidFill>
                  <a:srgbClr val="000000"/>
                </a:solidFill>
                <a:latin typeface="Arial"/>
                <a:ea typeface="Arial"/>
                <a:cs typeface="Arial"/>
              </a:defRPr>
            </a:lvl4pPr>
            <a:lvl5pPr algn="l">
              <a:defRPr sz="2400" b="0">
                <a:solidFill>
                  <a:srgbClr val="000000"/>
                </a:solidFill>
                <a:latin typeface="Arial"/>
                <a:ea typeface="Arial"/>
                <a:cs typeface="Arial"/>
              </a:defRPr>
            </a:lvl5pPr>
            <a:lvl6pPr algn="l">
              <a:defRPr sz="2400" b="0">
                <a:solidFill>
                  <a:srgbClr val="000000"/>
                </a:solidFill>
                <a:latin typeface="Arial"/>
                <a:ea typeface="Arial"/>
                <a:cs typeface="Arial"/>
              </a:defRPr>
            </a:lvl6pPr>
            <a:lvl7pPr algn="l">
              <a:defRPr sz="2400" b="0">
                <a:solidFill>
                  <a:srgbClr val="000000"/>
                </a:solidFill>
                <a:latin typeface="Arial"/>
                <a:ea typeface="Arial"/>
                <a:cs typeface="Arial"/>
              </a:defRPr>
            </a:lvl7pPr>
            <a:lvl8pPr algn="l">
              <a:defRPr sz="2400" b="0">
                <a:solidFill>
                  <a:srgbClr val="000000"/>
                </a:solidFill>
                <a:latin typeface="Arial"/>
                <a:ea typeface="Arial"/>
                <a:cs typeface="Arial"/>
              </a:defRPr>
            </a:lvl8pPr>
            <a:lvl9pPr algn="l">
              <a:defRPr sz="2400" b="0">
                <a:solidFill>
                  <a:srgbClr val="000000"/>
                </a:solidFill>
                <a:latin typeface="Arial"/>
                <a:ea typeface="Arial"/>
                <a:cs typeface="Arial"/>
              </a:defRPr>
            </a:lvl9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Measure retrieval, extraction/status quality, false passes, citations and total resource use.</a:t>
            </a:r>
          </a:p>
        </p:txBody>
      </p:sp>
      <p:sp>
        <p:nvSpPr>
          <p:cNvPr id="5" name="point-4">
            <a:extLst xmlns:a="http://schemas.openxmlformats.org/drawingml/2006/main">
              <a:ext uri="{FF2B5EF4-FFF2-40B4-BE49-F238E27FC236}">
                <a16:creationId xmlns:a16="http://schemas.microsoft.com/office/drawing/2014/main" id="{9FA4A40D-0AD5-4B82-9754-7CE91E41A6CD}"/>
              </a:ext>
            </a:extLst>
          </p:cNvPr>
          <p:cNvSpPr>
            <a:spLocks xmlns:a="http://schemas.openxmlformats.org/drawingml/2006/main" noGrp="1"/>
          </p:cNvSpPr>
          <p:nvPr/>
        </p:nvSpPr>
        <p:spPr>
          <a:xfrm xmlns:a="http://schemas.openxmlformats.org/drawingml/2006/main">
            <a:off x="723900" y="4638675"/>
            <a:ext cx="107442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400" b="0">
                <a:solidFill>
                  <a:srgbClr val="000000"/>
                </a:solidFill>
                <a:latin typeface="Arial"/>
                <a:ea typeface="Arial"/>
                <a:cs typeface="Arial"/>
              </a:defRPr>
            </a:defPPr>
            <a:lvl1pPr algn="l">
              <a:defRPr sz="2400" b="0">
                <a:solidFill>
                  <a:srgbClr val="000000"/>
                </a:solidFill>
                <a:latin typeface="Arial"/>
                <a:ea typeface="Arial"/>
                <a:cs typeface="Arial"/>
              </a:defRPr>
            </a:lvl1pPr>
            <a:lvl2pPr algn="l">
              <a:defRPr sz="2400" b="0">
                <a:solidFill>
                  <a:srgbClr val="000000"/>
                </a:solidFill>
                <a:latin typeface="Arial"/>
                <a:ea typeface="Arial"/>
                <a:cs typeface="Arial"/>
              </a:defRPr>
            </a:lvl2pPr>
            <a:lvl3pPr algn="l">
              <a:defRPr sz="2400" b="0">
                <a:solidFill>
                  <a:srgbClr val="000000"/>
                </a:solidFill>
                <a:latin typeface="Arial"/>
                <a:ea typeface="Arial"/>
                <a:cs typeface="Arial"/>
              </a:defRPr>
            </a:lvl3pPr>
            <a:lvl4pPr algn="l">
              <a:defRPr sz="2400" b="0">
                <a:solidFill>
                  <a:srgbClr val="000000"/>
                </a:solidFill>
                <a:latin typeface="Arial"/>
                <a:ea typeface="Arial"/>
                <a:cs typeface="Arial"/>
              </a:defRPr>
            </a:lvl4pPr>
            <a:lvl5pPr algn="l">
              <a:defRPr sz="2400" b="0">
                <a:solidFill>
                  <a:srgbClr val="000000"/>
                </a:solidFill>
                <a:latin typeface="Arial"/>
                <a:ea typeface="Arial"/>
                <a:cs typeface="Arial"/>
              </a:defRPr>
            </a:lvl5pPr>
            <a:lvl6pPr algn="l">
              <a:defRPr sz="2400" b="0">
                <a:solidFill>
                  <a:srgbClr val="000000"/>
                </a:solidFill>
                <a:latin typeface="Arial"/>
                <a:ea typeface="Arial"/>
                <a:cs typeface="Arial"/>
              </a:defRPr>
            </a:lvl6pPr>
            <a:lvl7pPr algn="l">
              <a:defRPr sz="2400" b="0">
                <a:solidFill>
                  <a:srgbClr val="000000"/>
                </a:solidFill>
                <a:latin typeface="Arial"/>
                <a:ea typeface="Arial"/>
                <a:cs typeface="Arial"/>
              </a:defRPr>
            </a:lvl7pPr>
            <a:lvl8pPr algn="l">
              <a:defRPr sz="2400" b="0">
                <a:solidFill>
                  <a:srgbClr val="000000"/>
                </a:solidFill>
                <a:latin typeface="Arial"/>
                <a:ea typeface="Arial"/>
                <a:cs typeface="Arial"/>
              </a:defRPr>
            </a:lvl8pPr>
            <a:lvl9pPr algn="l">
              <a:defRPr sz="2400" b="0">
                <a:solidFill>
                  <a:srgbClr val="000000"/>
                </a:solidFill>
                <a:latin typeface="Arial"/>
                <a:ea typeface="Arial"/>
                <a:cs typeface="Arial"/>
              </a:defRPr>
            </a:lvl9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Split connected document families and report RU/KK separately. Retain failures.</a:t>
            </a:r>
          </a:p>
        </p:txBody>
      </p:sp>
      <p:sp>
        <p:nvSpPr>
          <p:cNvPr id="6" name="page">
            <a:extLst xmlns:a="http://schemas.openxmlformats.org/drawingml/2006/main">
              <a:ext uri="{FF2B5EF4-FFF2-40B4-BE49-F238E27FC236}">
                <a16:creationId xmlns:a16="http://schemas.microsoft.com/office/drawing/2014/main" id="{CF817209-8767-488A-AAC6-B934D994E0E8}"/>
              </a:ext>
            </a:extLst>
          </p:cNvPr>
          <p:cNvSpPr>
            <a:spLocks xmlns:a="http://schemas.openxmlformats.org/drawingml/2006/main" noGrp="1"/>
          </p:cNvSpPr>
          <p:nvPr/>
        </p:nvSpPr>
        <p:spPr>
          <a:xfrm xmlns:a="http://schemas.openxmlformats.org/drawingml/2006/main">
            <a:off x="11144250" y="62388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0">
                <a:solidFill>
                  <a:srgbClr val="000000"/>
                </a:solidFill>
                <a:latin typeface="Arial"/>
                <a:ea typeface="Arial"/>
                <a:cs typeface="Arial"/>
              </a:defRPr>
            </a:defPPr>
            <a:lvl1pPr algn="l">
              <a:defRPr sz="1500" b="0">
                <a:solidFill>
                  <a:srgbClr val="000000"/>
                </a:solidFill>
                <a:latin typeface="Arial"/>
                <a:ea typeface="Arial"/>
                <a:cs typeface="Arial"/>
              </a:defRPr>
            </a:lvl1pPr>
            <a:lvl2pPr algn="l">
              <a:defRPr sz="1500" b="0">
                <a:solidFill>
                  <a:srgbClr val="000000"/>
                </a:solidFill>
                <a:latin typeface="Arial"/>
                <a:ea typeface="Arial"/>
                <a:cs typeface="Arial"/>
              </a:defRPr>
            </a:lvl2pPr>
            <a:lvl3pPr algn="l">
              <a:defRPr sz="1500" b="0">
                <a:solidFill>
                  <a:srgbClr val="000000"/>
                </a:solidFill>
                <a:latin typeface="Arial"/>
                <a:ea typeface="Arial"/>
                <a:cs typeface="Arial"/>
              </a:defRPr>
            </a:lvl3pPr>
            <a:lvl4pPr algn="l">
              <a:defRPr sz="1500" b="0">
                <a:solidFill>
                  <a:srgbClr val="000000"/>
                </a:solidFill>
                <a:latin typeface="Arial"/>
                <a:ea typeface="Arial"/>
                <a:cs typeface="Arial"/>
              </a:defRPr>
            </a:lvl4pPr>
            <a:lvl5pPr algn="l">
              <a:defRPr sz="1500" b="0">
                <a:solidFill>
                  <a:srgbClr val="000000"/>
                </a:solidFill>
                <a:latin typeface="Arial"/>
                <a:ea typeface="Arial"/>
                <a:cs typeface="Arial"/>
              </a:defRPr>
            </a:lvl5pPr>
            <a:lvl6pPr algn="l">
              <a:defRPr sz="1500" b="0">
                <a:solidFill>
                  <a:srgbClr val="000000"/>
                </a:solidFill>
                <a:latin typeface="Arial"/>
                <a:ea typeface="Arial"/>
                <a:cs typeface="Arial"/>
              </a:defRPr>
            </a:lvl6pPr>
            <a:lvl7pPr algn="l">
              <a:defRPr sz="1500" b="0">
                <a:solidFill>
                  <a:srgbClr val="000000"/>
                </a:solidFill>
                <a:latin typeface="Arial"/>
                <a:ea typeface="Arial"/>
                <a:cs typeface="Arial"/>
              </a:defRPr>
            </a:lvl7pPr>
            <a:lvl8pPr algn="l">
              <a:defRPr sz="1500" b="0">
                <a:solidFill>
                  <a:srgbClr val="000000"/>
                </a:solidFill>
                <a:latin typeface="Arial"/>
                <a:ea typeface="Arial"/>
                <a:cs typeface="Arial"/>
              </a:defRPr>
            </a:lvl8pPr>
            <a:lvl9pPr algn="l">
              <a:defRPr sz="1500" b="0">
                <a:solidFill>
                  <a:srgbClr val="000000"/>
                </a:solidFill>
                <a:latin typeface="Arial"/>
                <a:ea typeface="Arial"/>
                <a:cs typeface="Arial"/>
              </a:defRPr>
            </a:lvl9pPr>
          </a:lstStyle>
          <a:p xmlns:a="http://schemas.openxmlformats.org/drawingml/2006/main">
            <a:pPr algn="l">
              <a:defRPr sz="1500" b="0">
                <a:solidFill>
                  <a:srgbClr val="000000"/>
                </a:solidFill>
                <a:latin typeface="Arial"/>
                <a:ea typeface="Arial"/>
                <a:cs typeface="Arial"/>
              </a:defRPr>
            </a:pPr>
            <a:r>
              <a:rPr sz="1500" b="0">
                <a:solidFill>
                  <a:srgbClr val="000000"/>
                </a:solidFill>
                <a:latin typeface="Arial"/>
                <a:ea typeface="Arial"/>
                <a:cs typeface="Arial"/>
              </a:rPr>
              <a:t>13</a:t>
            </a:r>
          </a:p>
        </p:txBody>
      </p:sp>
    </p:spTree>
    <p:extLst>
      <p:ext uri="{BB962C8B-B14F-4D97-AF65-F5344CB8AC3E}">
        <p14:creationId xmlns:p14="http://schemas.microsoft.com/office/powerpoint/2010/main" val="18408682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21F15A32-4BD2-4C88-AFEA-389FDE0F2C41}"/>
              </a:ext>
            </a:extLst>
          </p:cNvPr>
          <p:cNvSpPr>
            <a:spLocks xmlns:a="http://schemas.openxmlformats.org/drawingml/2006/main" noGrp="1"/>
          </p:cNvSpPr>
          <p:nvPr/>
        </p:nvSpPr>
        <p:spPr>
          <a:xfrm xmlns:a="http://schemas.openxmlformats.org/drawingml/2006/main">
            <a:off x="723900" y="571500"/>
            <a:ext cx="107442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600" b="1">
                <a:solidFill>
                  <a:srgbClr val="000000"/>
                </a:solidFill>
                <a:latin typeface="Arial"/>
                <a:ea typeface="Arial"/>
                <a:cs typeface="Arial"/>
              </a:defRPr>
            </a:defPPr>
            <a:lvl1pPr algn="l">
              <a:defRPr sz="3600" b="1">
                <a:solidFill>
                  <a:srgbClr val="000000"/>
                </a:solidFill>
                <a:latin typeface="Arial"/>
                <a:ea typeface="Arial"/>
                <a:cs typeface="Arial"/>
              </a:defRPr>
            </a:lvl1pPr>
            <a:lvl2pPr algn="l">
              <a:defRPr sz="3600" b="1">
                <a:solidFill>
                  <a:srgbClr val="000000"/>
                </a:solidFill>
                <a:latin typeface="Arial"/>
                <a:ea typeface="Arial"/>
                <a:cs typeface="Arial"/>
              </a:defRPr>
            </a:lvl2pPr>
            <a:lvl3pPr algn="l">
              <a:defRPr sz="3600" b="1">
                <a:solidFill>
                  <a:srgbClr val="000000"/>
                </a:solidFill>
                <a:latin typeface="Arial"/>
                <a:ea typeface="Arial"/>
                <a:cs typeface="Arial"/>
              </a:defRPr>
            </a:lvl3pPr>
            <a:lvl4pPr algn="l">
              <a:defRPr sz="3600" b="1">
                <a:solidFill>
                  <a:srgbClr val="000000"/>
                </a:solidFill>
                <a:latin typeface="Arial"/>
                <a:ea typeface="Arial"/>
                <a:cs typeface="Arial"/>
              </a:defRPr>
            </a:lvl4pPr>
            <a:lvl5pPr algn="l">
              <a:defRPr sz="3600" b="1">
                <a:solidFill>
                  <a:srgbClr val="000000"/>
                </a:solidFill>
                <a:latin typeface="Arial"/>
                <a:ea typeface="Arial"/>
                <a:cs typeface="Arial"/>
              </a:defRPr>
            </a:lvl5pPr>
            <a:lvl6pPr algn="l">
              <a:defRPr sz="3600" b="1">
                <a:solidFill>
                  <a:srgbClr val="000000"/>
                </a:solidFill>
                <a:latin typeface="Arial"/>
                <a:ea typeface="Arial"/>
                <a:cs typeface="Arial"/>
              </a:defRPr>
            </a:lvl6pPr>
            <a:lvl7pPr algn="l">
              <a:defRPr sz="3600" b="1">
                <a:solidFill>
                  <a:srgbClr val="000000"/>
                </a:solidFill>
                <a:latin typeface="Arial"/>
                <a:ea typeface="Arial"/>
                <a:cs typeface="Arial"/>
              </a:defRPr>
            </a:lvl7pPr>
            <a:lvl8pPr algn="l">
              <a:defRPr sz="3600" b="1">
                <a:solidFill>
                  <a:srgbClr val="000000"/>
                </a:solidFill>
                <a:latin typeface="Arial"/>
                <a:ea typeface="Arial"/>
                <a:cs typeface="Arial"/>
              </a:defRPr>
            </a:lvl8pPr>
            <a:lvl9pPr algn="l">
              <a:defRPr sz="3600" b="1">
                <a:solidFill>
                  <a:srgbClr val="000000"/>
                </a:solidFill>
                <a:latin typeface="Arial"/>
                <a:ea typeface="Arial"/>
                <a:cs typeface="Arial"/>
              </a:defRPr>
            </a:lvl9pPr>
          </a:lstStyle>
          <a:p xmlns:a="http://schemas.openxmlformats.org/drawingml/2006/main">
            <a:pPr algn="l">
              <a:defRPr sz="3600" b="1">
                <a:solidFill>
                  <a:srgbClr val="000000"/>
                </a:solidFill>
                <a:latin typeface="Arial"/>
                <a:ea typeface="Arial"/>
                <a:cs typeface="Arial"/>
              </a:defRPr>
            </a:pPr>
            <a:r>
              <a:rPr sz="3600" b="1">
                <a:solidFill>
                  <a:srgbClr val="000000"/>
                </a:solidFill>
                <a:latin typeface="Arial"/>
                <a:ea typeface="Arial"/>
                <a:cs typeface="Arial"/>
              </a:rPr>
              <a:t>Team and delivery stages</a:t>
            </a:r>
          </a:p>
        </p:txBody>
      </p:sp>
      <p:sp>
        <p:nvSpPr>
          <p:cNvPr id="2" name="point-1">
            <a:extLst xmlns:a="http://schemas.openxmlformats.org/drawingml/2006/main">
              <a:ext uri="{FF2B5EF4-FFF2-40B4-BE49-F238E27FC236}">
                <a16:creationId xmlns:a16="http://schemas.microsoft.com/office/drawing/2014/main" id="{FA37C2F5-E427-4846-A5BD-158C94D7C473}"/>
              </a:ext>
            </a:extLst>
          </p:cNvPr>
          <p:cNvSpPr>
            <a:spLocks xmlns:a="http://schemas.openxmlformats.org/drawingml/2006/main" noGrp="1"/>
          </p:cNvSpPr>
          <p:nvPr/>
        </p:nvSpPr>
        <p:spPr>
          <a:xfrm xmlns:a="http://schemas.openxmlformats.org/drawingml/2006/main">
            <a:off x="723900" y="1695450"/>
            <a:ext cx="107442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400" b="0">
                <a:solidFill>
                  <a:srgbClr val="000000"/>
                </a:solidFill>
                <a:latin typeface="Arial"/>
                <a:ea typeface="Arial"/>
                <a:cs typeface="Arial"/>
              </a:defRPr>
            </a:defPPr>
            <a:lvl1pPr algn="l">
              <a:defRPr sz="2400" b="0">
                <a:solidFill>
                  <a:srgbClr val="000000"/>
                </a:solidFill>
                <a:latin typeface="Arial"/>
                <a:ea typeface="Arial"/>
                <a:cs typeface="Arial"/>
              </a:defRPr>
            </a:lvl1pPr>
            <a:lvl2pPr algn="l">
              <a:defRPr sz="2400" b="0">
                <a:solidFill>
                  <a:srgbClr val="000000"/>
                </a:solidFill>
                <a:latin typeface="Arial"/>
                <a:ea typeface="Arial"/>
                <a:cs typeface="Arial"/>
              </a:defRPr>
            </a:lvl2pPr>
            <a:lvl3pPr algn="l">
              <a:defRPr sz="2400" b="0">
                <a:solidFill>
                  <a:srgbClr val="000000"/>
                </a:solidFill>
                <a:latin typeface="Arial"/>
                <a:ea typeface="Arial"/>
                <a:cs typeface="Arial"/>
              </a:defRPr>
            </a:lvl3pPr>
            <a:lvl4pPr algn="l">
              <a:defRPr sz="2400" b="0">
                <a:solidFill>
                  <a:srgbClr val="000000"/>
                </a:solidFill>
                <a:latin typeface="Arial"/>
                <a:ea typeface="Arial"/>
                <a:cs typeface="Arial"/>
              </a:defRPr>
            </a:lvl4pPr>
            <a:lvl5pPr algn="l">
              <a:defRPr sz="2400" b="0">
                <a:solidFill>
                  <a:srgbClr val="000000"/>
                </a:solidFill>
                <a:latin typeface="Arial"/>
                <a:ea typeface="Arial"/>
                <a:cs typeface="Arial"/>
              </a:defRPr>
            </a:lvl5pPr>
            <a:lvl6pPr algn="l">
              <a:defRPr sz="2400" b="0">
                <a:solidFill>
                  <a:srgbClr val="000000"/>
                </a:solidFill>
                <a:latin typeface="Arial"/>
                <a:ea typeface="Arial"/>
                <a:cs typeface="Arial"/>
              </a:defRPr>
            </a:lvl6pPr>
            <a:lvl7pPr algn="l">
              <a:defRPr sz="2400" b="0">
                <a:solidFill>
                  <a:srgbClr val="000000"/>
                </a:solidFill>
                <a:latin typeface="Arial"/>
                <a:ea typeface="Arial"/>
                <a:cs typeface="Arial"/>
              </a:defRPr>
            </a:lvl7pPr>
            <a:lvl8pPr algn="l">
              <a:defRPr sz="2400" b="0">
                <a:solidFill>
                  <a:srgbClr val="000000"/>
                </a:solidFill>
                <a:latin typeface="Arial"/>
                <a:ea typeface="Arial"/>
                <a:cs typeface="Arial"/>
              </a:defRPr>
            </a:lvl8pPr>
            <a:lvl9pPr algn="l">
              <a:defRPr sz="2400" b="0">
                <a:solidFill>
                  <a:srgbClr val="000000"/>
                </a:solidFill>
                <a:latin typeface="Arial"/>
                <a:ea typeface="Arial"/>
                <a:cs typeface="Arial"/>
              </a:defRPr>
            </a:lvl9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Daniyar leads ML/data/evaluation. Rassul leads backend/analysis and integration.</a:t>
            </a:r>
          </a:p>
        </p:txBody>
      </p:sp>
      <p:sp>
        <p:nvSpPr>
          <p:cNvPr id="3" name="point-2">
            <a:extLst xmlns:a="http://schemas.openxmlformats.org/drawingml/2006/main">
              <a:ext uri="{FF2B5EF4-FFF2-40B4-BE49-F238E27FC236}">
                <a16:creationId xmlns:a16="http://schemas.microsoft.com/office/drawing/2014/main" id="{1AE6B1A3-2847-421E-BCC3-69AB6EC27782}"/>
              </a:ext>
            </a:extLst>
          </p:cNvPr>
          <p:cNvSpPr>
            <a:spLocks xmlns:a="http://schemas.openxmlformats.org/drawingml/2006/main" noGrp="1"/>
          </p:cNvSpPr>
          <p:nvPr/>
        </p:nvSpPr>
        <p:spPr>
          <a:xfrm xmlns:a="http://schemas.openxmlformats.org/drawingml/2006/main">
            <a:off x="723900" y="2676525"/>
            <a:ext cx="107442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400" b="0">
                <a:solidFill>
                  <a:srgbClr val="000000"/>
                </a:solidFill>
                <a:latin typeface="Arial"/>
                <a:ea typeface="Arial"/>
                <a:cs typeface="Arial"/>
              </a:defRPr>
            </a:defPPr>
            <a:lvl1pPr algn="l">
              <a:defRPr sz="2400" b="0">
                <a:solidFill>
                  <a:srgbClr val="000000"/>
                </a:solidFill>
                <a:latin typeface="Arial"/>
                <a:ea typeface="Arial"/>
                <a:cs typeface="Arial"/>
              </a:defRPr>
            </a:lvl1pPr>
            <a:lvl2pPr algn="l">
              <a:defRPr sz="2400" b="0">
                <a:solidFill>
                  <a:srgbClr val="000000"/>
                </a:solidFill>
                <a:latin typeface="Arial"/>
                <a:ea typeface="Arial"/>
                <a:cs typeface="Arial"/>
              </a:defRPr>
            </a:lvl2pPr>
            <a:lvl3pPr algn="l">
              <a:defRPr sz="2400" b="0">
                <a:solidFill>
                  <a:srgbClr val="000000"/>
                </a:solidFill>
                <a:latin typeface="Arial"/>
                <a:ea typeface="Arial"/>
                <a:cs typeface="Arial"/>
              </a:defRPr>
            </a:lvl3pPr>
            <a:lvl4pPr algn="l">
              <a:defRPr sz="2400" b="0">
                <a:solidFill>
                  <a:srgbClr val="000000"/>
                </a:solidFill>
                <a:latin typeface="Arial"/>
                <a:ea typeface="Arial"/>
                <a:cs typeface="Arial"/>
              </a:defRPr>
            </a:lvl4pPr>
            <a:lvl5pPr algn="l">
              <a:defRPr sz="2400" b="0">
                <a:solidFill>
                  <a:srgbClr val="000000"/>
                </a:solidFill>
                <a:latin typeface="Arial"/>
                <a:ea typeface="Arial"/>
                <a:cs typeface="Arial"/>
              </a:defRPr>
            </a:lvl5pPr>
            <a:lvl6pPr algn="l">
              <a:defRPr sz="2400" b="0">
                <a:solidFill>
                  <a:srgbClr val="000000"/>
                </a:solidFill>
                <a:latin typeface="Arial"/>
                <a:ea typeface="Arial"/>
                <a:cs typeface="Arial"/>
              </a:defRPr>
            </a:lvl6pPr>
            <a:lvl7pPr algn="l">
              <a:defRPr sz="2400" b="0">
                <a:solidFill>
                  <a:srgbClr val="000000"/>
                </a:solidFill>
                <a:latin typeface="Arial"/>
                <a:ea typeface="Arial"/>
                <a:cs typeface="Arial"/>
              </a:defRPr>
            </a:lvl7pPr>
            <a:lvl8pPr algn="l">
              <a:defRPr sz="2400" b="0">
                <a:solidFill>
                  <a:srgbClr val="000000"/>
                </a:solidFill>
                <a:latin typeface="Arial"/>
                <a:ea typeface="Arial"/>
                <a:cs typeface="Arial"/>
              </a:defRPr>
            </a:lvl8pPr>
            <a:lvl9pPr algn="l">
              <a:defRPr sz="2400" b="0">
                <a:solidFill>
                  <a:srgbClr val="000000"/>
                </a:solidFill>
                <a:latin typeface="Arial"/>
                <a:ea typeface="Arial"/>
                <a:cs typeface="Arial"/>
              </a:defRPr>
            </a:lvl9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Ramazan leads PM/privacy/DevOps and shared UX.</a:t>
            </a:r>
          </a:p>
        </p:txBody>
      </p:sp>
      <p:sp>
        <p:nvSpPr>
          <p:cNvPr id="4" name="point-3">
            <a:extLst xmlns:a="http://schemas.openxmlformats.org/drawingml/2006/main">
              <a:ext uri="{FF2B5EF4-FFF2-40B4-BE49-F238E27FC236}">
                <a16:creationId xmlns:a16="http://schemas.microsoft.com/office/drawing/2014/main" id="{40060966-5750-4960-B7AA-C197F04F5EBF}"/>
              </a:ext>
            </a:extLst>
          </p:cNvPr>
          <p:cNvSpPr>
            <a:spLocks xmlns:a="http://schemas.openxmlformats.org/drawingml/2006/main" noGrp="1"/>
          </p:cNvSpPr>
          <p:nvPr/>
        </p:nvSpPr>
        <p:spPr>
          <a:xfrm xmlns:a="http://schemas.openxmlformats.org/drawingml/2006/main">
            <a:off x="723900" y="3657600"/>
            <a:ext cx="107442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400" b="0">
                <a:solidFill>
                  <a:srgbClr val="000000"/>
                </a:solidFill>
                <a:latin typeface="Arial"/>
                <a:ea typeface="Arial"/>
                <a:cs typeface="Arial"/>
              </a:defRPr>
            </a:defPPr>
            <a:lvl1pPr algn="l">
              <a:defRPr sz="2400" b="0">
                <a:solidFill>
                  <a:srgbClr val="000000"/>
                </a:solidFill>
                <a:latin typeface="Arial"/>
                <a:ea typeface="Arial"/>
                <a:cs typeface="Arial"/>
              </a:defRPr>
            </a:lvl1pPr>
            <a:lvl2pPr algn="l">
              <a:defRPr sz="2400" b="0">
                <a:solidFill>
                  <a:srgbClr val="000000"/>
                </a:solidFill>
                <a:latin typeface="Arial"/>
                <a:ea typeface="Arial"/>
                <a:cs typeface="Arial"/>
              </a:defRPr>
            </a:lvl2pPr>
            <a:lvl3pPr algn="l">
              <a:defRPr sz="2400" b="0">
                <a:solidFill>
                  <a:srgbClr val="000000"/>
                </a:solidFill>
                <a:latin typeface="Arial"/>
                <a:ea typeface="Arial"/>
                <a:cs typeface="Arial"/>
              </a:defRPr>
            </a:lvl3pPr>
            <a:lvl4pPr algn="l">
              <a:defRPr sz="2400" b="0">
                <a:solidFill>
                  <a:srgbClr val="000000"/>
                </a:solidFill>
                <a:latin typeface="Arial"/>
                <a:ea typeface="Arial"/>
                <a:cs typeface="Arial"/>
              </a:defRPr>
            </a:lvl4pPr>
            <a:lvl5pPr algn="l">
              <a:defRPr sz="2400" b="0">
                <a:solidFill>
                  <a:srgbClr val="000000"/>
                </a:solidFill>
                <a:latin typeface="Arial"/>
                <a:ea typeface="Arial"/>
                <a:cs typeface="Arial"/>
              </a:defRPr>
            </a:lvl5pPr>
            <a:lvl6pPr algn="l">
              <a:defRPr sz="2400" b="0">
                <a:solidFill>
                  <a:srgbClr val="000000"/>
                </a:solidFill>
                <a:latin typeface="Arial"/>
                <a:ea typeface="Arial"/>
                <a:cs typeface="Arial"/>
              </a:defRPr>
            </a:lvl6pPr>
            <a:lvl7pPr algn="l">
              <a:defRPr sz="2400" b="0">
                <a:solidFill>
                  <a:srgbClr val="000000"/>
                </a:solidFill>
                <a:latin typeface="Arial"/>
                <a:ea typeface="Arial"/>
                <a:cs typeface="Arial"/>
              </a:defRPr>
            </a:lvl7pPr>
            <a:lvl8pPr algn="l">
              <a:defRPr sz="2400" b="0">
                <a:solidFill>
                  <a:srgbClr val="000000"/>
                </a:solidFill>
                <a:latin typeface="Arial"/>
                <a:ea typeface="Arial"/>
                <a:cs typeface="Arial"/>
              </a:defRPr>
            </a:lvl8pPr>
            <a:lvl9pPr algn="l">
              <a:defRPr sz="2400" b="0">
                <a:solidFill>
                  <a:srgbClr val="000000"/>
                </a:solidFill>
                <a:latin typeface="Arial"/>
                <a:ea typeface="Arial"/>
                <a:cs typeface="Arial"/>
              </a:defRPr>
            </a:lvl9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Delivery proceeds from M0 design to foundation, core workflow and frozen evaluation.</a:t>
            </a:r>
          </a:p>
        </p:txBody>
      </p:sp>
      <p:sp>
        <p:nvSpPr>
          <p:cNvPr id="5" name="point-4">
            <a:extLst xmlns:a="http://schemas.openxmlformats.org/drawingml/2006/main">
              <a:ext uri="{FF2B5EF4-FFF2-40B4-BE49-F238E27FC236}">
                <a16:creationId xmlns:a16="http://schemas.microsoft.com/office/drawing/2014/main" id="{F75E1CAD-2E4A-4821-AD26-AD011B1089EE}"/>
              </a:ext>
            </a:extLst>
          </p:cNvPr>
          <p:cNvSpPr>
            <a:spLocks xmlns:a="http://schemas.openxmlformats.org/drawingml/2006/main" noGrp="1"/>
          </p:cNvSpPr>
          <p:nvPr/>
        </p:nvSpPr>
        <p:spPr>
          <a:xfrm xmlns:a="http://schemas.openxmlformats.org/drawingml/2006/main">
            <a:off x="723900" y="4638675"/>
            <a:ext cx="107442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400" b="0">
                <a:solidFill>
                  <a:srgbClr val="000000"/>
                </a:solidFill>
                <a:latin typeface="Arial"/>
                <a:ea typeface="Arial"/>
                <a:cs typeface="Arial"/>
              </a:defRPr>
            </a:defPPr>
            <a:lvl1pPr algn="l">
              <a:defRPr sz="2400" b="0">
                <a:solidFill>
                  <a:srgbClr val="000000"/>
                </a:solidFill>
                <a:latin typeface="Arial"/>
                <a:ea typeface="Arial"/>
                <a:cs typeface="Arial"/>
              </a:defRPr>
            </a:lvl1pPr>
            <a:lvl2pPr algn="l">
              <a:defRPr sz="2400" b="0">
                <a:solidFill>
                  <a:srgbClr val="000000"/>
                </a:solidFill>
                <a:latin typeface="Arial"/>
                <a:ea typeface="Arial"/>
                <a:cs typeface="Arial"/>
              </a:defRPr>
            </a:lvl2pPr>
            <a:lvl3pPr algn="l">
              <a:defRPr sz="2400" b="0">
                <a:solidFill>
                  <a:srgbClr val="000000"/>
                </a:solidFill>
                <a:latin typeface="Arial"/>
                <a:ea typeface="Arial"/>
                <a:cs typeface="Arial"/>
              </a:defRPr>
            </a:lvl3pPr>
            <a:lvl4pPr algn="l">
              <a:defRPr sz="2400" b="0">
                <a:solidFill>
                  <a:srgbClr val="000000"/>
                </a:solidFill>
                <a:latin typeface="Arial"/>
                <a:ea typeface="Arial"/>
                <a:cs typeface="Arial"/>
              </a:defRPr>
            </a:lvl4pPr>
            <a:lvl5pPr algn="l">
              <a:defRPr sz="2400" b="0">
                <a:solidFill>
                  <a:srgbClr val="000000"/>
                </a:solidFill>
                <a:latin typeface="Arial"/>
                <a:ea typeface="Arial"/>
                <a:cs typeface="Arial"/>
              </a:defRPr>
            </a:lvl5pPr>
            <a:lvl6pPr algn="l">
              <a:defRPr sz="2400" b="0">
                <a:solidFill>
                  <a:srgbClr val="000000"/>
                </a:solidFill>
                <a:latin typeface="Arial"/>
                <a:ea typeface="Arial"/>
                <a:cs typeface="Arial"/>
              </a:defRPr>
            </a:lvl6pPr>
            <a:lvl7pPr algn="l">
              <a:defRPr sz="2400" b="0">
                <a:solidFill>
                  <a:srgbClr val="000000"/>
                </a:solidFill>
                <a:latin typeface="Arial"/>
                <a:ea typeface="Arial"/>
                <a:cs typeface="Arial"/>
              </a:defRPr>
            </a:lvl7pPr>
            <a:lvl8pPr algn="l">
              <a:defRPr sz="2400" b="0">
                <a:solidFill>
                  <a:srgbClr val="000000"/>
                </a:solidFill>
                <a:latin typeface="Arial"/>
                <a:ea typeface="Arial"/>
                <a:cs typeface="Arial"/>
              </a:defRPr>
            </a:lvl8pPr>
            <a:lvl9pPr algn="l">
              <a:defRPr sz="2400" b="0">
                <a:solidFill>
                  <a:srgbClr val="000000"/>
                </a:solidFill>
                <a:latin typeface="Arial"/>
                <a:ea typeface="Arial"/>
                <a:cs typeface="Arial"/>
              </a:defRPr>
            </a:lvl9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Notion coordinates work. GitHub preserves deliverables, contributions and review evidence.</a:t>
            </a:r>
          </a:p>
        </p:txBody>
      </p:sp>
      <p:sp>
        <p:nvSpPr>
          <p:cNvPr id="6" name="page">
            <a:extLst xmlns:a="http://schemas.openxmlformats.org/drawingml/2006/main">
              <a:ext uri="{FF2B5EF4-FFF2-40B4-BE49-F238E27FC236}">
                <a16:creationId xmlns:a16="http://schemas.microsoft.com/office/drawing/2014/main" id="{22D07C4E-1346-4C31-9CD7-0CFBB6D66B8F}"/>
              </a:ext>
            </a:extLst>
          </p:cNvPr>
          <p:cNvSpPr>
            <a:spLocks xmlns:a="http://schemas.openxmlformats.org/drawingml/2006/main" noGrp="1"/>
          </p:cNvSpPr>
          <p:nvPr/>
        </p:nvSpPr>
        <p:spPr>
          <a:xfrm xmlns:a="http://schemas.openxmlformats.org/drawingml/2006/main">
            <a:off x="11144250" y="62388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0">
                <a:solidFill>
                  <a:srgbClr val="000000"/>
                </a:solidFill>
                <a:latin typeface="Arial"/>
                <a:ea typeface="Arial"/>
                <a:cs typeface="Arial"/>
              </a:defRPr>
            </a:defPPr>
            <a:lvl1pPr algn="l">
              <a:defRPr sz="1500" b="0">
                <a:solidFill>
                  <a:srgbClr val="000000"/>
                </a:solidFill>
                <a:latin typeface="Arial"/>
                <a:ea typeface="Arial"/>
                <a:cs typeface="Arial"/>
              </a:defRPr>
            </a:lvl1pPr>
            <a:lvl2pPr algn="l">
              <a:defRPr sz="1500" b="0">
                <a:solidFill>
                  <a:srgbClr val="000000"/>
                </a:solidFill>
                <a:latin typeface="Arial"/>
                <a:ea typeface="Arial"/>
                <a:cs typeface="Arial"/>
              </a:defRPr>
            </a:lvl2pPr>
            <a:lvl3pPr algn="l">
              <a:defRPr sz="1500" b="0">
                <a:solidFill>
                  <a:srgbClr val="000000"/>
                </a:solidFill>
                <a:latin typeface="Arial"/>
                <a:ea typeface="Arial"/>
                <a:cs typeface="Arial"/>
              </a:defRPr>
            </a:lvl3pPr>
            <a:lvl4pPr algn="l">
              <a:defRPr sz="1500" b="0">
                <a:solidFill>
                  <a:srgbClr val="000000"/>
                </a:solidFill>
                <a:latin typeface="Arial"/>
                <a:ea typeface="Arial"/>
                <a:cs typeface="Arial"/>
              </a:defRPr>
            </a:lvl4pPr>
            <a:lvl5pPr algn="l">
              <a:defRPr sz="1500" b="0">
                <a:solidFill>
                  <a:srgbClr val="000000"/>
                </a:solidFill>
                <a:latin typeface="Arial"/>
                <a:ea typeface="Arial"/>
                <a:cs typeface="Arial"/>
              </a:defRPr>
            </a:lvl5pPr>
            <a:lvl6pPr algn="l">
              <a:defRPr sz="1500" b="0">
                <a:solidFill>
                  <a:srgbClr val="000000"/>
                </a:solidFill>
                <a:latin typeface="Arial"/>
                <a:ea typeface="Arial"/>
                <a:cs typeface="Arial"/>
              </a:defRPr>
            </a:lvl6pPr>
            <a:lvl7pPr algn="l">
              <a:defRPr sz="1500" b="0">
                <a:solidFill>
                  <a:srgbClr val="000000"/>
                </a:solidFill>
                <a:latin typeface="Arial"/>
                <a:ea typeface="Arial"/>
                <a:cs typeface="Arial"/>
              </a:defRPr>
            </a:lvl7pPr>
            <a:lvl8pPr algn="l">
              <a:defRPr sz="1500" b="0">
                <a:solidFill>
                  <a:srgbClr val="000000"/>
                </a:solidFill>
                <a:latin typeface="Arial"/>
                <a:ea typeface="Arial"/>
                <a:cs typeface="Arial"/>
              </a:defRPr>
            </a:lvl8pPr>
            <a:lvl9pPr algn="l">
              <a:defRPr sz="1500" b="0">
                <a:solidFill>
                  <a:srgbClr val="000000"/>
                </a:solidFill>
                <a:latin typeface="Arial"/>
                <a:ea typeface="Arial"/>
                <a:cs typeface="Arial"/>
              </a:defRPr>
            </a:lvl9pPr>
          </a:lstStyle>
          <a:p xmlns:a="http://schemas.openxmlformats.org/drawingml/2006/main">
            <a:pPr algn="l">
              <a:defRPr sz="1500" b="0">
                <a:solidFill>
                  <a:srgbClr val="000000"/>
                </a:solidFill>
                <a:latin typeface="Arial"/>
                <a:ea typeface="Arial"/>
                <a:cs typeface="Arial"/>
              </a:defRPr>
            </a:pPr>
            <a:r>
              <a:rPr sz="1500" b="0">
                <a:solidFill>
                  <a:srgbClr val="000000"/>
                </a:solidFill>
                <a:latin typeface="Arial"/>
                <a:ea typeface="Arial"/>
                <a:cs typeface="Arial"/>
              </a:rPr>
              <a:t>14</a:t>
            </a:r>
          </a:p>
        </p:txBody>
      </p:sp>
    </p:spTree>
    <p:extLst>
      <p:ext uri="{BB962C8B-B14F-4D97-AF65-F5344CB8AC3E}">
        <p14:creationId xmlns:p14="http://schemas.microsoft.com/office/powerpoint/2010/main" val="66186240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20573FE1-6FFE-432D-9FE1-5123460C9EC3}"/>
              </a:ext>
            </a:extLst>
          </p:cNvPr>
          <p:cNvSpPr>
            <a:spLocks xmlns:a="http://schemas.openxmlformats.org/drawingml/2006/main" noGrp="1"/>
          </p:cNvSpPr>
          <p:nvPr/>
        </p:nvSpPr>
        <p:spPr>
          <a:xfrm xmlns:a="http://schemas.openxmlformats.org/drawingml/2006/main">
            <a:off x="723900" y="571500"/>
            <a:ext cx="107442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600" b="1">
                <a:solidFill>
                  <a:srgbClr val="000000"/>
                </a:solidFill>
                <a:latin typeface="Arial"/>
                <a:ea typeface="Arial"/>
                <a:cs typeface="Arial"/>
              </a:defRPr>
            </a:defPPr>
            <a:lvl1pPr algn="l">
              <a:defRPr sz="3600" b="1">
                <a:solidFill>
                  <a:srgbClr val="000000"/>
                </a:solidFill>
                <a:latin typeface="Arial"/>
                <a:ea typeface="Arial"/>
                <a:cs typeface="Arial"/>
              </a:defRPr>
            </a:lvl1pPr>
            <a:lvl2pPr algn="l">
              <a:defRPr sz="3600" b="1">
                <a:solidFill>
                  <a:srgbClr val="000000"/>
                </a:solidFill>
                <a:latin typeface="Arial"/>
                <a:ea typeface="Arial"/>
                <a:cs typeface="Arial"/>
              </a:defRPr>
            </a:lvl2pPr>
            <a:lvl3pPr algn="l">
              <a:defRPr sz="3600" b="1">
                <a:solidFill>
                  <a:srgbClr val="000000"/>
                </a:solidFill>
                <a:latin typeface="Arial"/>
                <a:ea typeface="Arial"/>
                <a:cs typeface="Arial"/>
              </a:defRPr>
            </a:lvl3pPr>
            <a:lvl4pPr algn="l">
              <a:defRPr sz="3600" b="1">
                <a:solidFill>
                  <a:srgbClr val="000000"/>
                </a:solidFill>
                <a:latin typeface="Arial"/>
                <a:ea typeface="Arial"/>
                <a:cs typeface="Arial"/>
              </a:defRPr>
            </a:lvl4pPr>
            <a:lvl5pPr algn="l">
              <a:defRPr sz="3600" b="1">
                <a:solidFill>
                  <a:srgbClr val="000000"/>
                </a:solidFill>
                <a:latin typeface="Arial"/>
                <a:ea typeface="Arial"/>
                <a:cs typeface="Arial"/>
              </a:defRPr>
            </a:lvl5pPr>
            <a:lvl6pPr algn="l">
              <a:defRPr sz="3600" b="1">
                <a:solidFill>
                  <a:srgbClr val="000000"/>
                </a:solidFill>
                <a:latin typeface="Arial"/>
                <a:ea typeface="Arial"/>
                <a:cs typeface="Arial"/>
              </a:defRPr>
            </a:lvl6pPr>
            <a:lvl7pPr algn="l">
              <a:defRPr sz="3600" b="1">
                <a:solidFill>
                  <a:srgbClr val="000000"/>
                </a:solidFill>
                <a:latin typeface="Arial"/>
                <a:ea typeface="Arial"/>
                <a:cs typeface="Arial"/>
              </a:defRPr>
            </a:lvl7pPr>
            <a:lvl8pPr algn="l">
              <a:defRPr sz="3600" b="1">
                <a:solidFill>
                  <a:srgbClr val="000000"/>
                </a:solidFill>
                <a:latin typeface="Arial"/>
                <a:ea typeface="Arial"/>
                <a:cs typeface="Arial"/>
              </a:defRPr>
            </a:lvl8pPr>
            <a:lvl9pPr algn="l">
              <a:defRPr sz="3600" b="1">
                <a:solidFill>
                  <a:srgbClr val="000000"/>
                </a:solidFill>
                <a:latin typeface="Arial"/>
                <a:ea typeface="Arial"/>
                <a:cs typeface="Arial"/>
              </a:defRPr>
            </a:lvl9pPr>
          </a:lstStyle>
          <a:p xmlns:a="http://schemas.openxmlformats.org/drawingml/2006/main">
            <a:pPr algn="l">
              <a:defRPr sz="3600" b="1">
                <a:solidFill>
                  <a:srgbClr val="000000"/>
                </a:solidFill>
                <a:latin typeface="Arial"/>
                <a:ea typeface="Arial"/>
                <a:cs typeface="Arial"/>
              </a:defRPr>
            </a:pPr>
            <a:r>
              <a:rPr sz="3600" b="1">
                <a:solidFill>
                  <a:srgbClr val="000000"/>
                </a:solidFill>
                <a:latin typeface="Arial"/>
                <a:ea typeface="Arial"/>
                <a:cs typeface="Arial"/>
              </a:rPr>
              <a:t>Current evidence and remaining work</a:t>
            </a:r>
          </a:p>
        </p:txBody>
      </p:sp>
      <p:sp>
        <p:nvSpPr>
          <p:cNvPr id="2" name="point-1">
            <a:extLst xmlns:a="http://schemas.openxmlformats.org/drawingml/2006/main">
              <a:ext uri="{FF2B5EF4-FFF2-40B4-BE49-F238E27FC236}">
                <a16:creationId xmlns:a16="http://schemas.microsoft.com/office/drawing/2014/main" id="{720F652F-AFB4-488F-9E39-CB6209D34A1A}"/>
              </a:ext>
            </a:extLst>
          </p:cNvPr>
          <p:cNvSpPr>
            <a:spLocks xmlns:a="http://schemas.openxmlformats.org/drawingml/2006/main" noGrp="1"/>
          </p:cNvSpPr>
          <p:nvPr/>
        </p:nvSpPr>
        <p:spPr>
          <a:xfrm xmlns:a="http://schemas.openxmlformats.org/drawingml/2006/main">
            <a:off x="723900" y="1695450"/>
            <a:ext cx="107442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400" b="0">
                <a:solidFill>
                  <a:srgbClr val="000000"/>
                </a:solidFill>
                <a:latin typeface="Arial"/>
                <a:ea typeface="Arial"/>
                <a:cs typeface="Arial"/>
              </a:defRPr>
            </a:defPPr>
            <a:lvl1pPr algn="l">
              <a:defRPr sz="2400" b="0">
                <a:solidFill>
                  <a:srgbClr val="000000"/>
                </a:solidFill>
                <a:latin typeface="Arial"/>
                <a:ea typeface="Arial"/>
                <a:cs typeface="Arial"/>
              </a:defRPr>
            </a:lvl1pPr>
            <a:lvl2pPr algn="l">
              <a:defRPr sz="2400" b="0">
                <a:solidFill>
                  <a:srgbClr val="000000"/>
                </a:solidFill>
                <a:latin typeface="Arial"/>
                <a:ea typeface="Arial"/>
                <a:cs typeface="Arial"/>
              </a:defRPr>
            </a:lvl2pPr>
            <a:lvl3pPr algn="l">
              <a:defRPr sz="2400" b="0">
                <a:solidFill>
                  <a:srgbClr val="000000"/>
                </a:solidFill>
                <a:latin typeface="Arial"/>
                <a:ea typeface="Arial"/>
                <a:cs typeface="Arial"/>
              </a:defRPr>
            </a:lvl3pPr>
            <a:lvl4pPr algn="l">
              <a:defRPr sz="2400" b="0">
                <a:solidFill>
                  <a:srgbClr val="000000"/>
                </a:solidFill>
                <a:latin typeface="Arial"/>
                <a:ea typeface="Arial"/>
                <a:cs typeface="Arial"/>
              </a:defRPr>
            </a:lvl4pPr>
            <a:lvl5pPr algn="l">
              <a:defRPr sz="2400" b="0">
                <a:solidFill>
                  <a:srgbClr val="000000"/>
                </a:solidFill>
                <a:latin typeface="Arial"/>
                <a:ea typeface="Arial"/>
                <a:cs typeface="Arial"/>
              </a:defRPr>
            </a:lvl5pPr>
            <a:lvl6pPr algn="l">
              <a:defRPr sz="2400" b="0">
                <a:solidFill>
                  <a:srgbClr val="000000"/>
                </a:solidFill>
                <a:latin typeface="Arial"/>
                <a:ea typeface="Arial"/>
                <a:cs typeface="Arial"/>
              </a:defRPr>
            </a:lvl6pPr>
            <a:lvl7pPr algn="l">
              <a:defRPr sz="2400" b="0">
                <a:solidFill>
                  <a:srgbClr val="000000"/>
                </a:solidFill>
                <a:latin typeface="Arial"/>
                <a:ea typeface="Arial"/>
                <a:cs typeface="Arial"/>
              </a:defRPr>
            </a:lvl7pPr>
            <a:lvl8pPr algn="l">
              <a:defRPr sz="2400" b="0">
                <a:solidFill>
                  <a:srgbClr val="000000"/>
                </a:solidFill>
                <a:latin typeface="Arial"/>
                <a:ea typeface="Arial"/>
                <a:cs typeface="Arial"/>
              </a:defRPr>
            </a:lvl8pPr>
            <a:lvl9pPr algn="l">
              <a:defRPr sz="2400" b="0">
                <a:solidFill>
                  <a:srgbClr val="000000"/>
                </a:solidFill>
                <a:latin typeface="Arial"/>
                <a:ea typeface="Arial"/>
                <a:cs typeface="Arial"/>
              </a:defRPr>
            </a:lvl9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Prepared: proposal, twelve-source review, comparisons, functional requirements and architecture.</a:t>
            </a:r>
          </a:p>
        </p:txBody>
      </p:sp>
      <p:sp>
        <p:nvSpPr>
          <p:cNvPr id="3" name="point-2">
            <a:extLst xmlns:a="http://schemas.openxmlformats.org/drawingml/2006/main">
              <a:ext uri="{FF2B5EF4-FFF2-40B4-BE49-F238E27FC236}">
                <a16:creationId xmlns:a16="http://schemas.microsoft.com/office/drawing/2014/main" id="{BE82B4B7-D871-44B4-8665-BBEAB75A9B4B}"/>
              </a:ext>
            </a:extLst>
          </p:cNvPr>
          <p:cNvSpPr>
            <a:spLocks xmlns:a="http://schemas.openxmlformats.org/drawingml/2006/main" noGrp="1"/>
          </p:cNvSpPr>
          <p:nvPr/>
        </p:nvSpPr>
        <p:spPr>
          <a:xfrm xmlns:a="http://schemas.openxmlformats.org/drawingml/2006/main">
            <a:off x="723900" y="2676525"/>
            <a:ext cx="107442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400" b="0">
                <a:solidFill>
                  <a:srgbClr val="000000"/>
                </a:solidFill>
                <a:latin typeface="Arial"/>
                <a:ea typeface="Arial"/>
                <a:cs typeface="Arial"/>
              </a:defRPr>
            </a:defPPr>
            <a:lvl1pPr algn="l">
              <a:defRPr sz="2400" b="0">
                <a:solidFill>
                  <a:srgbClr val="000000"/>
                </a:solidFill>
                <a:latin typeface="Arial"/>
                <a:ea typeface="Arial"/>
                <a:cs typeface="Arial"/>
              </a:defRPr>
            </a:lvl1pPr>
            <a:lvl2pPr algn="l">
              <a:defRPr sz="2400" b="0">
                <a:solidFill>
                  <a:srgbClr val="000000"/>
                </a:solidFill>
                <a:latin typeface="Arial"/>
                <a:ea typeface="Arial"/>
                <a:cs typeface="Arial"/>
              </a:defRPr>
            </a:lvl2pPr>
            <a:lvl3pPr algn="l">
              <a:defRPr sz="2400" b="0">
                <a:solidFill>
                  <a:srgbClr val="000000"/>
                </a:solidFill>
                <a:latin typeface="Arial"/>
                <a:ea typeface="Arial"/>
                <a:cs typeface="Arial"/>
              </a:defRPr>
            </a:lvl3pPr>
            <a:lvl4pPr algn="l">
              <a:defRPr sz="2400" b="0">
                <a:solidFill>
                  <a:srgbClr val="000000"/>
                </a:solidFill>
                <a:latin typeface="Arial"/>
                <a:ea typeface="Arial"/>
                <a:cs typeface="Arial"/>
              </a:defRPr>
            </a:lvl4pPr>
            <a:lvl5pPr algn="l">
              <a:defRPr sz="2400" b="0">
                <a:solidFill>
                  <a:srgbClr val="000000"/>
                </a:solidFill>
                <a:latin typeface="Arial"/>
                <a:ea typeface="Arial"/>
                <a:cs typeface="Arial"/>
              </a:defRPr>
            </a:lvl5pPr>
            <a:lvl6pPr algn="l">
              <a:defRPr sz="2400" b="0">
                <a:solidFill>
                  <a:srgbClr val="000000"/>
                </a:solidFill>
                <a:latin typeface="Arial"/>
                <a:ea typeface="Arial"/>
                <a:cs typeface="Arial"/>
              </a:defRPr>
            </a:lvl6pPr>
            <a:lvl7pPr algn="l">
              <a:defRPr sz="2400" b="0">
                <a:solidFill>
                  <a:srgbClr val="000000"/>
                </a:solidFill>
                <a:latin typeface="Arial"/>
                <a:ea typeface="Arial"/>
                <a:cs typeface="Arial"/>
              </a:defRPr>
            </a:lvl7pPr>
            <a:lvl8pPr algn="l">
              <a:defRPr sz="2400" b="0">
                <a:solidFill>
                  <a:srgbClr val="000000"/>
                </a:solidFill>
                <a:latin typeface="Arial"/>
                <a:ea typeface="Arial"/>
                <a:cs typeface="Arial"/>
              </a:defRPr>
            </a:lvl8pPr>
            <a:lvl9pPr algn="l">
              <a:defRPr sz="2400" b="0">
                <a:solidFill>
                  <a:srgbClr val="000000"/>
                </a:solidFill>
                <a:latin typeface="Arial"/>
                <a:ea typeface="Arial"/>
                <a:cs typeface="Arial"/>
              </a:defRPr>
            </a:lvl9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Available: evaluation/annotation plans, three transcripts, synthetic UX and database foundation.</a:t>
            </a:r>
          </a:p>
        </p:txBody>
      </p:sp>
      <p:sp>
        <p:nvSpPr>
          <p:cNvPr id="4" name="point-3">
            <a:extLst xmlns:a="http://schemas.openxmlformats.org/drawingml/2006/main">
              <a:ext uri="{FF2B5EF4-FFF2-40B4-BE49-F238E27FC236}">
                <a16:creationId xmlns:a16="http://schemas.microsoft.com/office/drawing/2014/main" id="{CBB192AD-994F-46B6-8C5D-9E34F16E742E}"/>
              </a:ext>
            </a:extLst>
          </p:cNvPr>
          <p:cNvSpPr>
            <a:spLocks xmlns:a="http://schemas.openxmlformats.org/drawingml/2006/main" noGrp="1"/>
          </p:cNvSpPr>
          <p:nvPr/>
        </p:nvSpPr>
        <p:spPr>
          <a:xfrm xmlns:a="http://schemas.openxmlformats.org/drawingml/2006/main">
            <a:off x="723900" y="3657600"/>
            <a:ext cx="107442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400" b="0">
                <a:solidFill>
                  <a:srgbClr val="000000"/>
                </a:solidFill>
                <a:latin typeface="Arial"/>
                <a:ea typeface="Arial"/>
                <a:cs typeface="Arial"/>
              </a:defRPr>
            </a:defPPr>
            <a:lvl1pPr algn="l">
              <a:defRPr sz="2400" b="0">
                <a:solidFill>
                  <a:srgbClr val="000000"/>
                </a:solidFill>
                <a:latin typeface="Arial"/>
                <a:ea typeface="Arial"/>
                <a:cs typeface="Arial"/>
              </a:defRPr>
            </a:lvl1pPr>
            <a:lvl2pPr algn="l">
              <a:defRPr sz="2400" b="0">
                <a:solidFill>
                  <a:srgbClr val="000000"/>
                </a:solidFill>
                <a:latin typeface="Arial"/>
                <a:ea typeface="Arial"/>
                <a:cs typeface="Arial"/>
              </a:defRPr>
            </a:lvl2pPr>
            <a:lvl3pPr algn="l">
              <a:defRPr sz="2400" b="0">
                <a:solidFill>
                  <a:srgbClr val="000000"/>
                </a:solidFill>
                <a:latin typeface="Arial"/>
                <a:ea typeface="Arial"/>
                <a:cs typeface="Arial"/>
              </a:defRPr>
            </a:lvl3pPr>
            <a:lvl4pPr algn="l">
              <a:defRPr sz="2400" b="0">
                <a:solidFill>
                  <a:srgbClr val="000000"/>
                </a:solidFill>
                <a:latin typeface="Arial"/>
                <a:ea typeface="Arial"/>
                <a:cs typeface="Arial"/>
              </a:defRPr>
            </a:lvl4pPr>
            <a:lvl5pPr algn="l">
              <a:defRPr sz="2400" b="0">
                <a:solidFill>
                  <a:srgbClr val="000000"/>
                </a:solidFill>
                <a:latin typeface="Arial"/>
                <a:ea typeface="Arial"/>
                <a:cs typeface="Arial"/>
              </a:defRPr>
            </a:lvl5pPr>
            <a:lvl6pPr algn="l">
              <a:defRPr sz="2400" b="0">
                <a:solidFill>
                  <a:srgbClr val="000000"/>
                </a:solidFill>
                <a:latin typeface="Arial"/>
                <a:ea typeface="Arial"/>
                <a:cs typeface="Arial"/>
              </a:defRPr>
            </a:lvl6pPr>
            <a:lvl7pPr algn="l">
              <a:defRPr sz="2400" b="0">
                <a:solidFill>
                  <a:srgbClr val="000000"/>
                </a:solidFill>
                <a:latin typeface="Arial"/>
                <a:ea typeface="Arial"/>
                <a:cs typeface="Arial"/>
              </a:defRPr>
            </a:lvl7pPr>
            <a:lvl8pPr algn="l">
              <a:defRPr sz="2400" b="0">
                <a:solidFill>
                  <a:srgbClr val="000000"/>
                </a:solidFill>
                <a:latin typeface="Arial"/>
                <a:ea typeface="Arial"/>
                <a:cs typeface="Arial"/>
              </a:defRPr>
            </a:lvl8pPr>
            <a:lvl9pPr algn="l">
              <a:defRPr sz="2400" b="0">
                <a:solidFill>
                  <a:srgbClr val="000000"/>
                </a:solidFill>
                <a:latin typeface="Arial"/>
                <a:ea typeface="Arial"/>
                <a:cs typeface="Arial"/>
              </a:defRPr>
            </a:lvl9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Repository follow-up: publish SEC/NFR evidence, validate interview provenance and resolve UX differences.</a:t>
            </a:r>
          </a:p>
        </p:txBody>
      </p:sp>
      <p:sp>
        <p:nvSpPr>
          <p:cNvPr id="5" name="point-4">
            <a:extLst xmlns:a="http://schemas.openxmlformats.org/drawingml/2006/main">
              <a:ext uri="{FF2B5EF4-FFF2-40B4-BE49-F238E27FC236}">
                <a16:creationId xmlns:a16="http://schemas.microsoft.com/office/drawing/2014/main" id="{A0AC3E8E-0149-492D-B80C-37535779D1B7}"/>
              </a:ext>
            </a:extLst>
          </p:cNvPr>
          <p:cNvSpPr>
            <a:spLocks xmlns:a="http://schemas.openxmlformats.org/drawingml/2006/main" noGrp="1"/>
          </p:cNvSpPr>
          <p:nvPr/>
        </p:nvSpPr>
        <p:spPr>
          <a:xfrm xmlns:a="http://schemas.openxmlformats.org/drawingml/2006/main">
            <a:off x="723900" y="4638675"/>
            <a:ext cx="107442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400" b="0">
                <a:solidFill>
                  <a:srgbClr val="000000"/>
                </a:solidFill>
                <a:latin typeface="Arial"/>
                <a:ea typeface="Arial"/>
                <a:cs typeface="Arial"/>
              </a:defRPr>
            </a:defPPr>
            <a:lvl1pPr algn="l">
              <a:defRPr sz="2400" b="0">
                <a:solidFill>
                  <a:srgbClr val="000000"/>
                </a:solidFill>
                <a:latin typeface="Arial"/>
                <a:ea typeface="Arial"/>
                <a:cs typeface="Arial"/>
              </a:defRPr>
            </a:lvl1pPr>
            <a:lvl2pPr algn="l">
              <a:defRPr sz="2400" b="0">
                <a:solidFill>
                  <a:srgbClr val="000000"/>
                </a:solidFill>
                <a:latin typeface="Arial"/>
                <a:ea typeface="Arial"/>
                <a:cs typeface="Arial"/>
              </a:defRPr>
            </a:lvl2pPr>
            <a:lvl3pPr algn="l">
              <a:defRPr sz="2400" b="0">
                <a:solidFill>
                  <a:srgbClr val="000000"/>
                </a:solidFill>
                <a:latin typeface="Arial"/>
                <a:ea typeface="Arial"/>
                <a:cs typeface="Arial"/>
              </a:defRPr>
            </a:lvl3pPr>
            <a:lvl4pPr algn="l">
              <a:defRPr sz="2400" b="0">
                <a:solidFill>
                  <a:srgbClr val="000000"/>
                </a:solidFill>
                <a:latin typeface="Arial"/>
                <a:ea typeface="Arial"/>
                <a:cs typeface="Arial"/>
              </a:defRPr>
            </a:lvl4pPr>
            <a:lvl5pPr algn="l">
              <a:defRPr sz="2400" b="0">
                <a:solidFill>
                  <a:srgbClr val="000000"/>
                </a:solidFill>
                <a:latin typeface="Arial"/>
                <a:ea typeface="Arial"/>
                <a:cs typeface="Arial"/>
              </a:defRPr>
            </a:lvl5pPr>
            <a:lvl6pPr algn="l">
              <a:defRPr sz="2400" b="0">
                <a:solidFill>
                  <a:srgbClr val="000000"/>
                </a:solidFill>
                <a:latin typeface="Arial"/>
                <a:ea typeface="Arial"/>
                <a:cs typeface="Arial"/>
              </a:defRPr>
            </a:lvl6pPr>
            <a:lvl7pPr algn="l">
              <a:defRPr sz="2400" b="0">
                <a:solidFill>
                  <a:srgbClr val="000000"/>
                </a:solidFill>
                <a:latin typeface="Arial"/>
                <a:ea typeface="Arial"/>
                <a:cs typeface="Arial"/>
              </a:defRPr>
            </a:lvl7pPr>
            <a:lvl8pPr algn="l">
              <a:defRPr sz="2400" b="0">
                <a:solidFill>
                  <a:srgbClr val="000000"/>
                </a:solidFill>
                <a:latin typeface="Arial"/>
                <a:ea typeface="Arial"/>
                <a:cs typeface="Arial"/>
              </a:defRPr>
            </a:lvl8pPr>
            <a:lvl9pPr algn="l">
              <a:defRPr sz="2400" b="0">
                <a:solidFill>
                  <a:srgbClr val="000000"/>
                </a:solidFill>
                <a:latin typeface="Arial"/>
                <a:ea typeface="Arial"/>
                <a:cs typeface="Arial"/>
              </a:defRPr>
            </a:lvl9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The team confirms completed contributions and agrees on the summary. Published evidence remains traceable.</a:t>
            </a:r>
          </a:p>
        </p:txBody>
      </p:sp>
      <p:sp>
        <p:nvSpPr>
          <p:cNvPr id="6" name="page">
            <a:extLst xmlns:a="http://schemas.openxmlformats.org/drawingml/2006/main">
              <a:ext uri="{FF2B5EF4-FFF2-40B4-BE49-F238E27FC236}">
                <a16:creationId xmlns:a16="http://schemas.microsoft.com/office/drawing/2014/main" id="{CCCA038A-7DE3-4609-AEE1-1990C0396BD2}"/>
              </a:ext>
            </a:extLst>
          </p:cNvPr>
          <p:cNvSpPr>
            <a:spLocks xmlns:a="http://schemas.openxmlformats.org/drawingml/2006/main" noGrp="1"/>
          </p:cNvSpPr>
          <p:nvPr/>
        </p:nvSpPr>
        <p:spPr>
          <a:xfrm xmlns:a="http://schemas.openxmlformats.org/drawingml/2006/main">
            <a:off x="11144250" y="62388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0">
                <a:solidFill>
                  <a:srgbClr val="000000"/>
                </a:solidFill>
                <a:latin typeface="Arial"/>
                <a:ea typeface="Arial"/>
                <a:cs typeface="Arial"/>
              </a:defRPr>
            </a:defPPr>
            <a:lvl1pPr algn="l">
              <a:defRPr sz="1500" b="0">
                <a:solidFill>
                  <a:srgbClr val="000000"/>
                </a:solidFill>
                <a:latin typeface="Arial"/>
                <a:ea typeface="Arial"/>
                <a:cs typeface="Arial"/>
              </a:defRPr>
            </a:lvl1pPr>
            <a:lvl2pPr algn="l">
              <a:defRPr sz="1500" b="0">
                <a:solidFill>
                  <a:srgbClr val="000000"/>
                </a:solidFill>
                <a:latin typeface="Arial"/>
                <a:ea typeface="Arial"/>
                <a:cs typeface="Arial"/>
              </a:defRPr>
            </a:lvl2pPr>
            <a:lvl3pPr algn="l">
              <a:defRPr sz="1500" b="0">
                <a:solidFill>
                  <a:srgbClr val="000000"/>
                </a:solidFill>
                <a:latin typeface="Arial"/>
                <a:ea typeface="Arial"/>
                <a:cs typeface="Arial"/>
              </a:defRPr>
            </a:lvl3pPr>
            <a:lvl4pPr algn="l">
              <a:defRPr sz="1500" b="0">
                <a:solidFill>
                  <a:srgbClr val="000000"/>
                </a:solidFill>
                <a:latin typeface="Arial"/>
                <a:ea typeface="Arial"/>
                <a:cs typeface="Arial"/>
              </a:defRPr>
            </a:lvl4pPr>
            <a:lvl5pPr algn="l">
              <a:defRPr sz="1500" b="0">
                <a:solidFill>
                  <a:srgbClr val="000000"/>
                </a:solidFill>
                <a:latin typeface="Arial"/>
                <a:ea typeface="Arial"/>
                <a:cs typeface="Arial"/>
              </a:defRPr>
            </a:lvl5pPr>
            <a:lvl6pPr algn="l">
              <a:defRPr sz="1500" b="0">
                <a:solidFill>
                  <a:srgbClr val="000000"/>
                </a:solidFill>
                <a:latin typeface="Arial"/>
                <a:ea typeface="Arial"/>
                <a:cs typeface="Arial"/>
              </a:defRPr>
            </a:lvl6pPr>
            <a:lvl7pPr algn="l">
              <a:defRPr sz="1500" b="0">
                <a:solidFill>
                  <a:srgbClr val="000000"/>
                </a:solidFill>
                <a:latin typeface="Arial"/>
                <a:ea typeface="Arial"/>
                <a:cs typeface="Arial"/>
              </a:defRPr>
            </a:lvl7pPr>
            <a:lvl8pPr algn="l">
              <a:defRPr sz="1500" b="0">
                <a:solidFill>
                  <a:srgbClr val="000000"/>
                </a:solidFill>
                <a:latin typeface="Arial"/>
                <a:ea typeface="Arial"/>
                <a:cs typeface="Arial"/>
              </a:defRPr>
            </a:lvl8pPr>
            <a:lvl9pPr algn="l">
              <a:defRPr sz="1500" b="0">
                <a:solidFill>
                  <a:srgbClr val="000000"/>
                </a:solidFill>
                <a:latin typeface="Arial"/>
                <a:ea typeface="Arial"/>
                <a:cs typeface="Arial"/>
              </a:defRPr>
            </a:lvl9pPr>
          </a:lstStyle>
          <a:p xmlns:a="http://schemas.openxmlformats.org/drawingml/2006/main">
            <a:pPr algn="l">
              <a:defRPr sz="1500" b="0">
                <a:solidFill>
                  <a:srgbClr val="000000"/>
                </a:solidFill>
                <a:latin typeface="Arial"/>
                <a:ea typeface="Arial"/>
                <a:cs typeface="Arial"/>
              </a:defRPr>
            </a:pPr>
            <a:r>
              <a:rPr sz="1500" b="0">
                <a:solidFill>
                  <a:srgbClr val="000000"/>
                </a:solidFill>
                <a:latin typeface="Arial"/>
                <a:ea typeface="Arial"/>
                <a:cs typeface="Arial"/>
              </a:rPr>
              <a:t>15</a:t>
            </a:r>
          </a:p>
        </p:txBody>
      </p:sp>
    </p:spTree>
    <p:extLst>
      <p:ext uri="{BB962C8B-B14F-4D97-AF65-F5344CB8AC3E}">
        <p14:creationId xmlns:p14="http://schemas.microsoft.com/office/powerpoint/2010/main" val="125331502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D88D4EEE-6DAB-44FB-9D81-55055A5D1EBB}"/>
              </a:ext>
            </a:extLst>
          </p:cNvPr>
          <p:cNvSpPr>
            <a:spLocks xmlns:a="http://schemas.openxmlformats.org/drawingml/2006/main" noGrp="1"/>
          </p:cNvSpPr>
          <p:nvPr/>
        </p:nvSpPr>
        <p:spPr>
          <a:xfrm xmlns:a="http://schemas.openxmlformats.org/drawingml/2006/main">
            <a:off x="723900" y="571500"/>
            <a:ext cx="107442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600" b="1">
                <a:solidFill>
                  <a:srgbClr val="000000"/>
                </a:solidFill>
                <a:latin typeface="Arial"/>
                <a:ea typeface="Arial"/>
                <a:cs typeface="Arial"/>
              </a:defRPr>
            </a:defPPr>
            <a:lvl1pPr algn="l">
              <a:defRPr sz="3600" b="1">
                <a:solidFill>
                  <a:srgbClr val="000000"/>
                </a:solidFill>
                <a:latin typeface="Arial"/>
                <a:ea typeface="Arial"/>
                <a:cs typeface="Arial"/>
              </a:defRPr>
            </a:lvl1pPr>
            <a:lvl2pPr algn="l">
              <a:defRPr sz="3600" b="1">
                <a:solidFill>
                  <a:srgbClr val="000000"/>
                </a:solidFill>
                <a:latin typeface="Arial"/>
                <a:ea typeface="Arial"/>
                <a:cs typeface="Arial"/>
              </a:defRPr>
            </a:lvl2pPr>
            <a:lvl3pPr algn="l">
              <a:defRPr sz="3600" b="1">
                <a:solidFill>
                  <a:srgbClr val="000000"/>
                </a:solidFill>
                <a:latin typeface="Arial"/>
                <a:ea typeface="Arial"/>
                <a:cs typeface="Arial"/>
              </a:defRPr>
            </a:lvl3pPr>
            <a:lvl4pPr algn="l">
              <a:defRPr sz="3600" b="1">
                <a:solidFill>
                  <a:srgbClr val="000000"/>
                </a:solidFill>
                <a:latin typeface="Arial"/>
                <a:ea typeface="Arial"/>
                <a:cs typeface="Arial"/>
              </a:defRPr>
            </a:lvl4pPr>
            <a:lvl5pPr algn="l">
              <a:defRPr sz="3600" b="1">
                <a:solidFill>
                  <a:srgbClr val="000000"/>
                </a:solidFill>
                <a:latin typeface="Arial"/>
                <a:ea typeface="Arial"/>
                <a:cs typeface="Arial"/>
              </a:defRPr>
            </a:lvl5pPr>
            <a:lvl6pPr algn="l">
              <a:defRPr sz="3600" b="1">
                <a:solidFill>
                  <a:srgbClr val="000000"/>
                </a:solidFill>
                <a:latin typeface="Arial"/>
                <a:ea typeface="Arial"/>
                <a:cs typeface="Arial"/>
              </a:defRPr>
            </a:lvl6pPr>
            <a:lvl7pPr algn="l">
              <a:defRPr sz="3600" b="1">
                <a:solidFill>
                  <a:srgbClr val="000000"/>
                </a:solidFill>
                <a:latin typeface="Arial"/>
                <a:ea typeface="Arial"/>
                <a:cs typeface="Arial"/>
              </a:defRPr>
            </a:lvl7pPr>
            <a:lvl8pPr algn="l">
              <a:defRPr sz="3600" b="1">
                <a:solidFill>
                  <a:srgbClr val="000000"/>
                </a:solidFill>
                <a:latin typeface="Arial"/>
                <a:ea typeface="Arial"/>
                <a:cs typeface="Arial"/>
              </a:defRPr>
            </a:lvl8pPr>
            <a:lvl9pPr algn="l">
              <a:defRPr sz="3600" b="1">
                <a:solidFill>
                  <a:srgbClr val="000000"/>
                </a:solidFill>
                <a:latin typeface="Arial"/>
                <a:ea typeface="Arial"/>
                <a:cs typeface="Arial"/>
              </a:defRPr>
            </a:lvl9pPr>
          </a:lstStyle>
          <a:p xmlns:a="http://schemas.openxmlformats.org/drawingml/2006/main">
            <a:pPr algn="l">
              <a:defRPr sz="3600" b="1">
                <a:solidFill>
                  <a:srgbClr val="000000"/>
                </a:solidFill>
                <a:latin typeface="Arial"/>
                <a:ea typeface="Arial"/>
                <a:cs typeface="Arial"/>
              </a:defRPr>
            </a:pPr>
            <a:r>
              <a:rPr sz="3600" b="1">
                <a:solidFill>
                  <a:srgbClr val="000000"/>
                </a:solidFill>
                <a:latin typeface="Arial"/>
                <a:ea typeface="Arial"/>
                <a:cs typeface="Arial"/>
              </a:rPr>
              <a:t>Next steps</a:t>
            </a:r>
          </a:p>
        </p:txBody>
      </p:sp>
      <p:sp>
        <p:nvSpPr>
          <p:cNvPr id="2" name="point-1">
            <a:extLst xmlns:a="http://schemas.openxmlformats.org/drawingml/2006/main">
              <a:ext uri="{FF2B5EF4-FFF2-40B4-BE49-F238E27FC236}">
                <a16:creationId xmlns:a16="http://schemas.microsoft.com/office/drawing/2014/main" id="{206A4037-B28A-4BD8-9591-87ACD5C9D4F3}"/>
              </a:ext>
            </a:extLst>
          </p:cNvPr>
          <p:cNvSpPr>
            <a:spLocks xmlns:a="http://schemas.openxmlformats.org/drawingml/2006/main" noGrp="1"/>
          </p:cNvSpPr>
          <p:nvPr/>
        </p:nvSpPr>
        <p:spPr>
          <a:xfrm xmlns:a="http://schemas.openxmlformats.org/drawingml/2006/main">
            <a:off x="723900" y="1695450"/>
            <a:ext cx="107442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400" b="0">
                <a:solidFill>
                  <a:srgbClr val="000000"/>
                </a:solidFill>
                <a:latin typeface="Arial"/>
                <a:ea typeface="Arial"/>
                <a:cs typeface="Arial"/>
              </a:defRPr>
            </a:defPPr>
            <a:lvl1pPr algn="l">
              <a:defRPr sz="2400" b="0">
                <a:solidFill>
                  <a:srgbClr val="000000"/>
                </a:solidFill>
                <a:latin typeface="Arial"/>
                <a:ea typeface="Arial"/>
                <a:cs typeface="Arial"/>
              </a:defRPr>
            </a:lvl1pPr>
            <a:lvl2pPr algn="l">
              <a:defRPr sz="2400" b="0">
                <a:solidFill>
                  <a:srgbClr val="000000"/>
                </a:solidFill>
                <a:latin typeface="Arial"/>
                <a:ea typeface="Arial"/>
                <a:cs typeface="Arial"/>
              </a:defRPr>
            </a:lvl2pPr>
            <a:lvl3pPr algn="l">
              <a:defRPr sz="2400" b="0">
                <a:solidFill>
                  <a:srgbClr val="000000"/>
                </a:solidFill>
                <a:latin typeface="Arial"/>
                <a:ea typeface="Arial"/>
                <a:cs typeface="Arial"/>
              </a:defRPr>
            </a:lvl3pPr>
            <a:lvl4pPr algn="l">
              <a:defRPr sz="2400" b="0">
                <a:solidFill>
                  <a:srgbClr val="000000"/>
                </a:solidFill>
                <a:latin typeface="Arial"/>
                <a:ea typeface="Arial"/>
                <a:cs typeface="Arial"/>
              </a:defRPr>
            </a:lvl4pPr>
            <a:lvl5pPr algn="l">
              <a:defRPr sz="2400" b="0">
                <a:solidFill>
                  <a:srgbClr val="000000"/>
                </a:solidFill>
                <a:latin typeface="Arial"/>
                <a:ea typeface="Arial"/>
                <a:cs typeface="Arial"/>
              </a:defRPr>
            </a:lvl5pPr>
            <a:lvl6pPr algn="l">
              <a:defRPr sz="2400" b="0">
                <a:solidFill>
                  <a:srgbClr val="000000"/>
                </a:solidFill>
                <a:latin typeface="Arial"/>
                <a:ea typeface="Arial"/>
                <a:cs typeface="Arial"/>
              </a:defRPr>
            </a:lvl6pPr>
            <a:lvl7pPr algn="l">
              <a:defRPr sz="2400" b="0">
                <a:solidFill>
                  <a:srgbClr val="000000"/>
                </a:solidFill>
                <a:latin typeface="Arial"/>
                <a:ea typeface="Arial"/>
                <a:cs typeface="Arial"/>
              </a:defRPr>
            </a:lvl7pPr>
            <a:lvl8pPr algn="l">
              <a:defRPr sz="2400" b="0">
                <a:solidFill>
                  <a:srgbClr val="000000"/>
                </a:solidFill>
                <a:latin typeface="Arial"/>
                <a:ea typeface="Arial"/>
                <a:cs typeface="Arial"/>
              </a:defRPr>
            </a:lvl8pPr>
            <a:lvl9pPr algn="l">
              <a:defRPr sz="2400" b="0">
                <a:solidFill>
                  <a:srgbClr val="000000"/>
                </a:solidFill>
                <a:latin typeface="Arial"/>
                <a:ea typeface="Arial"/>
                <a:cs typeface="Arial"/>
              </a:defRPr>
            </a:lvl9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Confirm scope, publish the detailed SEC/NFR contribution and review the assembled materials.</a:t>
            </a:r>
          </a:p>
        </p:txBody>
      </p:sp>
      <p:sp>
        <p:nvSpPr>
          <p:cNvPr id="3" name="point-2">
            <a:extLst xmlns:a="http://schemas.openxmlformats.org/drawingml/2006/main">
              <a:ext uri="{FF2B5EF4-FFF2-40B4-BE49-F238E27FC236}">
                <a16:creationId xmlns:a16="http://schemas.microsoft.com/office/drawing/2014/main" id="{CA9D216E-9AD6-4F78-A5A5-C61181FBB0C0}"/>
              </a:ext>
            </a:extLst>
          </p:cNvPr>
          <p:cNvSpPr>
            <a:spLocks xmlns:a="http://schemas.openxmlformats.org/drawingml/2006/main" noGrp="1"/>
          </p:cNvSpPr>
          <p:nvPr/>
        </p:nvSpPr>
        <p:spPr>
          <a:xfrm xmlns:a="http://schemas.openxmlformats.org/drawingml/2006/main">
            <a:off x="723900" y="2676525"/>
            <a:ext cx="107442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400" b="0">
                <a:solidFill>
                  <a:srgbClr val="000000"/>
                </a:solidFill>
                <a:latin typeface="Arial"/>
                <a:ea typeface="Arial"/>
                <a:cs typeface="Arial"/>
              </a:defRPr>
            </a:defPPr>
            <a:lvl1pPr algn="l">
              <a:defRPr sz="2400" b="0">
                <a:solidFill>
                  <a:srgbClr val="000000"/>
                </a:solidFill>
                <a:latin typeface="Arial"/>
                <a:ea typeface="Arial"/>
                <a:cs typeface="Arial"/>
              </a:defRPr>
            </a:lvl1pPr>
            <a:lvl2pPr algn="l">
              <a:defRPr sz="2400" b="0">
                <a:solidFill>
                  <a:srgbClr val="000000"/>
                </a:solidFill>
                <a:latin typeface="Arial"/>
                <a:ea typeface="Arial"/>
                <a:cs typeface="Arial"/>
              </a:defRPr>
            </a:lvl2pPr>
            <a:lvl3pPr algn="l">
              <a:defRPr sz="2400" b="0">
                <a:solidFill>
                  <a:srgbClr val="000000"/>
                </a:solidFill>
                <a:latin typeface="Arial"/>
                <a:ea typeface="Arial"/>
                <a:cs typeface="Arial"/>
              </a:defRPr>
            </a:lvl3pPr>
            <a:lvl4pPr algn="l">
              <a:defRPr sz="2400" b="0">
                <a:solidFill>
                  <a:srgbClr val="000000"/>
                </a:solidFill>
                <a:latin typeface="Arial"/>
                <a:ea typeface="Arial"/>
                <a:cs typeface="Arial"/>
              </a:defRPr>
            </a:lvl4pPr>
            <a:lvl5pPr algn="l">
              <a:defRPr sz="2400" b="0">
                <a:solidFill>
                  <a:srgbClr val="000000"/>
                </a:solidFill>
                <a:latin typeface="Arial"/>
                <a:ea typeface="Arial"/>
                <a:cs typeface="Arial"/>
              </a:defRPr>
            </a:lvl5pPr>
            <a:lvl6pPr algn="l">
              <a:defRPr sz="2400" b="0">
                <a:solidFill>
                  <a:srgbClr val="000000"/>
                </a:solidFill>
                <a:latin typeface="Arial"/>
                <a:ea typeface="Arial"/>
                <a:cs typeface="Arial"/>
              </a:defRPr>
            </a:lvl6pPr>
            <a:lvl7pPr algn="l">
              <a:defRPr sz="2400" b="0">
                <a:solidFill>
                  <a:srgbClr val="000000"/>
                </a:solidFill>
                <a:latin typeface="Arial"/>
                <a:ea typeface="Arial"/>
                <a:cs typeface="Arial"/>
              </a:defRPr>
            </a:lvl7pPr>
            <a:lvl8pPr algn="l">
              <a:defRPr sz="2400" b="0">
                <a:solidFill>
                  <a:srgbClr val="000000"/>
                </a:solidFill>
                <a:latin typeface="Arial"/>
                <a:ea typeface="Arial"/>
                <a:cs typeface="Arial"/>
              </a:defRPr>
            </a:lvl8pPr>
            <a:lvl9pPr algn="l">
              <a:defRPr sz="2400" b="0">
                <a:solidFill>
                  <a:srgbClr val="000000"/>
                </a:solidFill>
                <a:latin typeface="Arial"/>
                <a:ea typeface="Arial"/>
                <a:cs typeface="Arial"/>
              </a:defRPr>
            </a:lvl9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Keep actual review decisions and resulting changes linked to deliverables.</a:t>
            </a:r>
          </a:p>
        </p:txBody>
      </p:sp>
      <p:sp>
        <p:nvSpPr>
          <p:cNvPr id="4" name="point-3">
            <a:extLst xmlns:a="http://schemas.openxmlformats.org/drawingml/2006/main">
              <a:ext uri="{FF2B5EF4-FFF2-40B4-BE49-F238E27FC236}">
                <a16:creationId xmlns:a16="http://schemas.microsoft.com/office/drawing/2014/main" id="{E7BA7BD4-A652-4549-95C7-90E48C580139}"/>
              </a:ext>
            </a:extLst>
          </p:cNvPr>
          <p:cNvSpPr>
            <a:spLocks xmlns:a="http://schemas.openxmlformats.org/drawingml/2006/main" noGrp="1"/>
          </p:cNvSpPr>
          <p:nvPr/>
        </p:nvSpPr>
        <p:spPr>
          <a:xfrm xmlns:a="http://schemas.openxmlformats.org/drawingml/2006/main">
            <a:off x="723900" y="3657600"/>
            <a:ext cx="107442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400" b="0">
                <a:solidFill>
                  <a:srgbClr val="000000"/>
                </a:solidFill>
                <a:latin typeface="Arial"/>
                <a:ea typeface="Arial"/>
                <a:cs typeface="Arial"/>
              </a:defRPr>
            </a:defPPr>
            <a:lvl1pPr algn="l">
              <a:defRPr sz="2400" b="0">
                <a:solidFill>
                  <a:srgbClr val="000000"/>
                </a:solidFill>
                <a:latin typeface="Arial"/>
                <a:ea typeface="Arial"/>
                <a:cs typeface="Arial"/>
              </a:defRPr>
            </a:lvl1pPr>
            <a:lvl2pPr algn="l">
              <a:defRPr sz="2400" b="0">
                <a:solidFill>
                  <a:srgbClr val="000000"/>
                </a:solidFill>
                <a:latin typeface="Arial"/>
                <a:ea typeface="Arial"/>
                <a:cs typeface="Arial"/>
              </a:defRPr>
            </a:lvl2pPr>
            <a:lvl3pPr algn="l">
              <a:defRPr sz="2400" b="0">
                <a:solidFill>
                  <a:srgbClr val="000000"/>
                </a:solidFill>
                <a:latin typeface="Arial"/>
                <a:ea typeface="Arial"/>
                <a:cs typeface="Arial"/>
              </a:defRPr>
            </a:lvl3pPr>
            <a:lvl4pPr algn="l">
              <a:defRPr sz="2400" b="0">
                <a:solidFill>
                  <a:srgbClr val="000000"/>
                </a:solidFill>
                <a:latin typeface="Arial"/>
                <a:ea typeface="Arial"/>
                <a:cs typeface="Arial"/>
              </a:defRPr>
            </a:lvl4pPr>
            <a:lvl5pPr algn="l">
              <a:defRPr sz="2400" b="0">
                <a:solidFill>
                  <a:srgbClr val="000000"/>
                </a:solidFill>
                <a:latin typeface="Arial"/>
                <a:ea typeface="Arial"/>
                <a:cs typeface="Arial"/>
              </a:defRPr>
            </a:lvl5pPr>
            <a:lvl6pPr algn="l">
              <a:defRPr sz="2400" b="0">
                <a:solidFill>
                  <a:srgbClr val="000000"/>
                </a:solidFill>
                <a:latin typeface="Arial"/>
                <a:ea typeface="Arial"/>
                <a:cs typeface="Arial"/>
              </a:defRPr>
            </a:lvl6pPr>
            <a:lvl7pPr algn="l">
              <a:defRPr sz="2400" b="0">
                <a:solidFill>
                  <a:srgbClr val="000000"/>
                </a:solidFill>
                <a:latin typeface="Arial"/>
                <a:ea typeface="Arial"/>
                <a:cs typeface="Arial"/>
              </a:defRPr>
            </a:lvl7pPr>
            <a:lvl8pPr algn="l">
              <a:defRPr sz="2400" b="0">
                <a:solidFill>
                  <a:srgbClr val="000000"/>
                </a:solidFill>
                <a:latin typeface="Arial"/>
                <a:ea typeface="Arial"/>
                <a:cs typeface="Arial"/>
              </a:defRPr>
            </a:lvl8pPr>
            <a:lvl9pPr algn="l">
              <a:defRPr sz="2400" b="0">
                <a:solidFill>
                  <a:srgbClr val="000000"/>
                </a:solidFill>
                <a:latin typeface="Arial"/>
                <a:ea typeface="Arial"/>
                <a:cs typeface="Arial"/>
              </a:defRPr>
            </a:lvl9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Rehearse together, confirm committee access and tag the accepted submission.</a:t>
            </a:r>
          </a:p>
        </p:txBody>
      </p:sp>
      <p:sp>
        <p:nvSpPr>
          <p:cNvPr id="5" name="point-4">
            <a:extLst xmlns:a="http://schemas.openxmlformats.org/drawingml/2006/main">
              <a:ext uri="{FF2B5EF4-FFF2-40B4-BE49-F238E27FC236}">
                <a16:creationId xmlns:a16="http://schemas.microsoft.com/office/drawing/2014/main" id="{3EE17183-54CB-44D0-B000-A15060BABC48}"/>
              </a:ext>
            </a:extLst>
          </p:cNvPr>
          <p:cNvSpPr>
            <a:spLocks xmlns:a="http://schemas.openxmlformats.org/drawingml/2006/main" noGrp="1"/>
          </p:cNvSpPr>
          <p:nvPr/>
        </p:nvSpPr>
        <p:spPr>
          <a:xfrm xmlns:a="http://schemas.openxmlformats.org/drawingml/2006/main">
            <a:off x="723900" y="4638675"/>
            <a:ext cx="107442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400" b="0">
                <a:solidFill>
                  <a:srgbClr val="000000"/>
                </a:solidFill>
                <a:latin typeface="Arial"/>
                <a:ea typeface="Arial"/>
                <a:cs typeface="Arial"/>
              </a:defRPr>
            </a:defPPr>
            <a:lvl1pPr algn="l">
              <a:defRPr sz="2400" b="0">
                <a:solidFill>
                  <a:srgbClr val="000000"/>
                </a:solidFill>
                <a:latin typeface="Arial"/>
                <a:ea typeface="Arial"/>
                <a:cs typeface="Arial"/>
              </a:defRPr>
            </a:lvl1pPr>
            <a:lvl2pPr algn="l">
              <a:defRPr sz="2400" b="0">
                <a:solidFill>
                  <a:srgbClr val="000000"/>
                </a:solidFill>
                <a:latin typeface="Arial"/>
                <a:ea typeface="Arial"/>
                <a:cs typeface="Arial"/>
              </a:defRPr>
            </a:lvl2pPr>
            <a:lvl3pPr algn="l">
              <a:defRPr sz="2400" b="0">
                <a:solidFill>
                  <a:srgbClr val="000000"/>
                </a:solidFill>
                <a:latin typeface="Arial"/>
                <a:ea typeface="Arial"/>
                <a:cs typeface="Arial"/>
              </a:defRPr>
            </a:lvl3pPr>
            <a:lvl4pPr algn="l">
              <a:defRPr sz="2400" b="0">
                <a:solidFill>
                  <a:srgbClr val="000000"/>
                </a:solidFill>
                <a:latin typeface="Arial"/>
                <a:ea typeface="Arial"/>
                <a:cs typeface="Arial"/>
              </a:defRPr>
            </a:lvl4pPr>
            <a:lvl5pPr algn="l">
              <a:defRPr sz="2400" b="0">
                <a:solidFill>
                  <a:srgbClr val="000000"/>
                </a:solidFill>
                <a:latin typeface="Arial"/>
                <a:ea typeface="Arial"/>
                <a:cs typeface="Arial"/>
              </a:defRPr>
            </a:lvl5pPr>
            <a:lvl6pPr algn="l">
              <a:defRPr sz="2400" b="0">
                <a:solidFill>
                  <a:srgbClr val="000000"/>
                </a:solidFill>
                <a:latin typeface="Arial"/>
                <a:ea typeface="Arial"/>
                <a:cs typeface="Arial"/>
              </a:defRPr>
            </a:lvl6pPr>
            <a:lvl7pPr algn="l">
              <a:defRPr sz="2400" b="0">
                <a:solidFill>
                  <a:srgbClr val="000000"/>
                </a:solidFill>
                <a:latin typeface="Arial"/>
                <a:ea typeface="Arial"/>
                <a:cs typeface="Arial"/>
              </a:defRPr>
            </a:lvl7pPr>
            <a:lvl8pPr algn="l">
              <a:defRPr sz="2400" b="0">
                <a:solidFill>
                  <a:srgbClr val="000000"/>
                </a:solidFill>
                <a:latin typeface="Arial"/>
                <a:ea typeface="Arial"/>
                <a:cs typeface="Arial"/>
              </a:defRPr>
            </a:lvl8pPr>
            <a:lvl9pPr algn="l">
              <a:defRPr sz="2400" b="0">
                <a:solidFill>
                  <a:srgbClr val="000000"/>
                </a:solidFill>
                <a:latin typeface="Arial"/>
                <a:ea typeface="Arial"/>
                <a:cs typeface="Arial"/>
              </a:defRPr>
            </a:lvl9pPr>
          </a:lstStyle>
          <a:p xmlns:a="http://schemas.openxmlformats.org/drawingml/2006/main">
            <a:pPr algn="l">
              <a:defRPr sz="2400" b="0">
                <a:solidFill>
                  <a:srgbClr val="000000"/>
                </a:solidFill>
                <a:latin typeface="Arial"/>
                <a:ea typeface="Arial"/>
                <a:cs typeface="Arial"/>
              </a:defRPr>
            </a:pPr>
            <a:r>
              <a:rPr sz="2400" b="0">
                <a:solidFill>
                  <a:srgbClr val="000000"/>
                </a:solidFill>
                <a:latin typeface="Arial"/>
                <a:ea typeface="Arial"/>
                <a:cs typeface="Arial"/>
              </a:rPr>
              <a:t>Implement the controlled core workflow, then measure it against the frozen baseline.</a:t>
            </a:r>
          </a:p>
        </p:txBody>
      </p:sp>
      <p:sp>
        <p:nvSpPr>
          <p:cNvPr id="6" name="page">
            <a:extLst xmlns:a="http://schemas.openxmlformats.org/drawingml/2006/main">
              <a:ext uri="{FF2B5EF4-FFF2-40B4-BE49-F238E27FC236}">
                <a16:creationId xmlns:a16="http://schemas.microsoft.com/office/drawing/2014/main" id="{DCA0ACE7-ABD8-472C-BD2E-0B513A1084F9}"/>
              </a:ext>
            </a:extLst>
          </p:cNvPr>
          <p:cNvSpPr>
            <a:spLocks xmlns:a="http://schemas.openxmlformats.org/drawingml/2006/main" noGrp="1"/>
          </p:cNvSpPr>
          <p:nvPr/>
        </p:nvSpPr>
        <p:spPr>
          <a:xfrm xmlns:a="http://schemas.openxmlformats.org/drawingml/2006/main">
            <a:off x="11144250" y="62388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0">
                <a:solidFill>
                  <a:srgbClr val="000000"/>
                </a:solidFill>
                <a:latin typeface="Arial"/>
                <a:ea typeface="Arial"/>
                <a:cs typeface="Arial"/>
              </a:defRPr>
            </a:defPPr>
            <a:lvl1pPr algn="l">
              <a:defRPr sz="1500" b="0">
                <a:solidFill>
                  <a:srgbClr val="000000"/>
                </a:solidFill>
                <a:latin typeface="Arial"/>
                <a:ea typeface="Arial"/>
                <a:cs typeface="Arial"/>
              </a:defRPr>
            </a:lvl1pPr>
            <a:lvl2pPr algn="l">
              <a:defRPr sz="1500" b="0">
                <a:solidFill>
                  <a:srgbClr val="000000"/>
                </a:solidFill>
                <a:latin typeface="Arial"/>
                <a:ea typeface="Arial"/>
                <a:cs typeface="Arial"/>
              </a:defRPr>
            </a:lvl2pPr>
            <a:lvl3pPr algn="l">
              <a:defRPr sz="1500" b="0">
                <a:solidFill>
                  <a:srgbClr val="000000"/>
                </a:solidFill>
                <a:latin typeface="Arial"/>
                <a:ea typeface="Arial"/>
                <a:cs typeface="Arial"/>
              </a:defRPr>
            </a:lvl3pPr>
            <a:lvl4pPr algn="l">
              <a:defRPr sz="1500" b="0">
                <a:solidFill>
                  <a:srgbClr val="000000"/>
                </a:solidFill>
                <a:latin typeface="Arial"/>
                <a:ea typeface="Arial"/>
                <a:cs typeface="Arial"/>
              </a:defRPr>
            </a:lvl4pPr>
            <a:lvl5pPr algn="l">
              <a:defRPr sz="1500" b="0">
                <a:solidFill>
                  <a:srgbClr val="000000"/>
                </a:solidFill>
                <a:latin typeface="Arial"/>
                <a:ea typeface="Arial"/>
                <a:cs typeface="Arial"/>
              </a:defRPr>
            </a:lvl5pPr>
            <a:lvl6pPr algn="l">
              <a:defRPr sz="1500" b="0">
                <a:solidFill>
                  <a:srgbClr val="000000"/>
                </a:solidFill>
                <a:latin typeface="Arial"/>
                <a:ea typeface="Arial"/>
                <a:cs typeface="Arial"/>
              </a:defRPr>
            </a:lvl6pPr>
            <a:lvl7pPr algn="l">
              <a:defRPr sz="1500" b="0">
                <a:solidFill>
                  <a:srgbClr val="000000"/>
                </a:solidFill>
                <a:latin typeface="Arial"/>
                <a:ea typeface="Arial"/>
                <a:cs typeface="Arial"/>
              </a:defRPr>
            </a:lvl7pPr>
            <a:lvl8pPr algn="l">
              <a:defRPr sz="1500" b="0">
                <a:solidFill>
                  <a:srgbClr val="000000"/>
                </a:solidFill>
                <a:latin typeface="Arial"/>
                <a:ea typeface="Arial"/>
                <a:cs typeface="Arial"/>
              </a:defRPr>
            </a:lvl8pPr>
            <a:lvl9pPr algn="l">
              <a:defRPr sz="1500" b="0">
                <a:solidFill>
                  <a:srgbClr val="000000"/>
                </a:solidFill>
                <a:latin typeface="Arial"/>
                <a:ea typeface="Arial"/>
                <a:cs typeface="Arial"/>
              </a:defRPr>
            </a:lvl9pPr>
          </a:lstStyle>
          <a:p xmlns:a="http://schemas.openxmlformats.org/drawingml/2006/main">
            <a:pPr algn="l">
              <a:defRPr sz="1500" b="0">
                <a:solidFill>
                  <a:srgbClr val="000000"/>
                </a:solidFill>
                <a:latin typeface="Arial"/>
                <a:ea typeface="Arial"/>
                <a:cs typeface="Arial"/>
              </a:defRPr>
            </a:pPr>
            <a:r>
              <a:rPr sz="1500" b="0">
                <a:solidFill>
                  <a:srgbClr val="000000"/>
                </a:solidFill>
                <a:latin typeface="Arial"/>
                <a:ea typeface="Arial"/>
                <a:cs typeface="Arial"/>
              </a:rPr>
              <a:t>16</a:t>
            </a:r>
          </a:p>
        </p:txBody>
      </p:sp>
    </p:spTree>
    <p:extLst>
      <p:ext uri="{BB962C8B-B14F-4D97-AF65-F5344CB8AC3E}">
        <p14:creationId xmlns:p14="http://schemas.microsoft.com/office/powerpoint/2010/main" val="187537283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ns0:Properties xmlns:ns0="http://schemas.openxmlformats.org/officeDocument/2006/extended-properties">
  <ns0:Application>Presentation</ns0:Application>
  <ns0:PresentationFormat>Converted Presentation</ns0:PresentationFormat>
  <ns0:Slides>16</ns0:Slides>
  <ns0:Notes>16</ns0:Notes>
  <ns0:HiddenSlides>0</ns0:HiddenSlides>
  <ns0:SharedDoc>false</ns0:SharedDoc>
  <ns0:DocSecurity>0</ns0:DocSecurity>
</ns0:Properties>
</file>

<file path=docProps/core.xml><?xml version="1.0" encoding="utf-8"?>
<ns0:coreProperties xmlns:dc="http://purl.org/dc/elements/1.1/" xmlns:ns0="http://schemas.openxmlformats.org/package/2006/metadata/core-properties">
  <dc:title>TenderGuard first-predefence presentation</dc:title>
</ns0:coreProperties>
</file>